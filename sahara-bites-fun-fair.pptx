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5658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let us know who you are and what you're looking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