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64008" cy="40233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143000"/>
            <a:ext cx="6675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834640"/>
            <a:ext cx="6675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913632"/>
            <a:ext cx="6675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45152"/>
            <a:ext cx="6675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438912"/>
            <a:ext cx="64008" cy="576072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38912"/>
            <a:ext cx="667512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91640"/>
            <a:ext cx="6675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50008"/>
            <a:ext cx="649224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688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5146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6700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3832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021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4290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35844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2976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165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43434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4988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52120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309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2578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54132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617220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509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457200"/>
            <a:ext cx="64008" cy="576072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572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19072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77440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50545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80944"/>
            <a:ext cx="5486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041648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6634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BA880"/>
                </a:solidFill>
                <a:latin typeface="Calibri"/>
              </a:rPr>
              <a:t>Rich, nutty, and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85055" cy="68580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06640" y="0"/>
            <a:ext cx="4785055" cy="20116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0" y="-274320"/>
            <a:ext cx="4693615" cy="7132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0" b="1" i="0">
                <a:solidFill>
                  <a:srgbClr val="A05A0A"/>
                </a:solidFill>
                <a:latin typeface="Georgia"/>
              </a:rPr>
              <a:t>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83780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7200"/>
            <a:ext cx="64008" cy="530352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457200"/>
            <a:ext cx="2926080" cy="512064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078992"/>
            <a:ext cx="6492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00" b="1" i="0">
                <a:solidFill>
                  <a:srgbClr val="FFFFFF"/>
                </a:solidFill>
                <a:latin typeface="Georgia"/>
              </a:rPr>
              <a:t>BISCOFF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468880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C8781A"/>
                </a:solidFill>
                <a:latin typeface="Georgia"/>
              </a:rPr>
              <a:t>/ LOTUS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37560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4005072"/>
            <a:ext cx="6400800" cy="36576"/>
          </a:xfrm>
          <a:prstGeom prst="rect">
            <a:avLst/>
          </a:prstGeom>
          <a:solidFill>
            <a:srgbClr val="D4A82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33087"/>
            <a:ext cx="6400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20"/>
                </a:solidFill>
                <a:latin typeface="Georgia"/>
              </a:rPr>
              <a:t>Large 200g  ·  $12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736592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8F0DC"/>
                </a:solidFill>
                <a:latin typeface="Georgia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fix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175" y="868680"/>
            <a:ext cx="6827520" cy="5120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413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1673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21408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21408"/>
            <a:ext cx="219456" cy="932688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🌿  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8833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5257800" cy="932688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108960"/>
            <a:ext cx="219456" cy="932688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00400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🍪  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96512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096512"/>
            <a:ext cx="219456" cy="932688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2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🍫  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084064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084064"/>
            <a:ext cx="219456" cy="932688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🥭  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65099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9144000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1051560"/>
            <a:ext cx="64008" cy="47091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5156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572768"/>
            <a:ext cx="112772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532888"/>
            <a:ext cx="91440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4956048"/>
            <a:ext cx="11277295" cy="36576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650992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948" y="1723644"/>
            <a:ext cx="804672" cy="80467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651760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770632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273552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600200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600200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284" y="1723644"/>
            <a:ext cx="804672" cy="80467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651760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770632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273552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600200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600200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2620" y="1723644"/>
            <a:ext cx="804672" cy="80467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651760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770632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273552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33088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33088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9948" y="4256532"/>
            <a:ext cx="804672" cy="804672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1846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03520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06440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133088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133088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1284" y="4256532"/>
            <a:ext cx="804672" cy="804672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1846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03520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06440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133088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133088"/>
            <a:ext cx="3630168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2620" y="4256532"/>
            <a:ext cx="804672" cy="804672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184648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03520"/>
            <a:ext cx="34107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06440"/>
            <a:ext cx="34107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828800"/>
            <a:ext cx="116430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999232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145536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112772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