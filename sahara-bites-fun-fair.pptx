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28255" y="0"/>
            <a:ext cx="1280160" cy="6858000"/>
          </a:xfrm>
          <a:prstGeom prst="rect">
            <a:avLst/>
          </a:prstGeom>
          <a:solidFill>
            <a:srgbClr val="090603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64008" cy="39319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65836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400" b="1" i="0">
                <a:solidFill>
                  <a:srgbClr val="C9A227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EED8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C9A227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977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28255" y="0"/>
            <a:ext cx="1280160" cy="6858000"/>
          </a:xfrm>
          <a:prstGeom prst="rect">
            <a:avLst/>
          </a:prstGeom>
          <a:solidFill>
            <a:srgbClr val="090602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502920"/>
            <a:ext cx="64008" cy="5669280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6583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5EED8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67712"/>
            <a:ext cx="6400800" cy="36576"/>
          </a:xfrm>
          <a:prstGeom prst="rect">
            <a:avLst/>
          </a:prstGeom>
          <a:solidFill>
            <a:srgbClr val="7B9E3E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6400800" cy="859536"/>
          </a:xfrm>
          <a:prstGeom prst="rect">
            <a:avLst/>
          </a:prstGeom>
          <a:solidFill>
            <a:srgbClr val="140D0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1280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EED8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450592"/>
            <a:ext cx="1645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5786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AA9977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310128"/>
            <a:ext cx="6400800" cy="859536"/>
          </a:xfrm>
          <a:prstGeom prst="rect">
            <a:avLst/>
          </a:prstGeom>
          <a:solidFill>
            <a:srgbClr val="140D0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9856"/>
            <a:ext cx="1280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EED8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364992"/>
            <a:ext cx="1645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4930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AA9977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24528"/>
            <a:ext cx="6400800" cy="859536"/>
          </a:xfrm>
          <a:prstGeom prst="rect">
            <a:avLst/>
          </a:prstGeom>
          <a:solidFill>
            <a:srgbClr val="140D0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34256"/>
            <a:ext cx="1280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EED8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279392"/>
            <a:ext cx="1645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AA9977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38928"/>
            <a:ext cx="6400800" cy="859536"/>
          </a:xfrm>
          <a:prstGeom prst="rect">
            <a:avLst/>
          </a:prstGeom>
          <a:solidFill>
            <a:srgbClr val="140D0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48656"/>
            <a:ext cx="1280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EED8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5193792"/>
            <a:ext cx="1645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3218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AA9977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099048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7744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685800"/>
            <a:ext cx="5486400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30975" y="0"/>
            <a:ext cx="640080" cy="6858000"/>
          </a:xfrm>
          <a:prstGeom prst="rect">
            <a:avLst/>
          </a:prstGeom>
          <a:solidFill>
            <a:srgbClr val="0C08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188720"/>
            <a:ext cx="64008" cy="3840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6217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62072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1">
                <a:solidFill>
                  <a:srgbClr val="C9A227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EED8"/>
                </a:solidFill>
                <a:latin typeface="Georgia"/>
              </a:rPr>
              <a:t>Every bar packed with real pistachio cream.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744"/>
                </a:solidFill>
                <a:latin typeface="Calibri"/>
              </a:rPr>
              <a:t>Not a coating.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5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855" y="1051560"/>
            <a:ext cx="6339840" cy="47548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415" y="0"/>
            <a:ext cx="1280160" cy="6858000"/>
          </a:xfrm>
          <a:prstGeom prst="rect">
            <a:avLst/>
          </a:prstGeom>
          <a:solidFill>
            <a:srgbClr val="080503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C9A227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5394960" cy="868680"/>
          </a:xfrm>
          <a:prstGeom prst="rect">
            <a:avLst/>
          </a:prstGeom>
          <a:solidFill>
            <a:srgbClr val="0F09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84831"/>
            <a:ext cx="201168" cy="868680"/>
          </a:xfrm>
          <a:prstGeom prst="rect">
            <a:avLst/>
          </a:prstGeom>
          <a:solidFill>
            <a:srgbClr val="7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57983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3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977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44951"/>
            <a:ext cx="5394960" cy="868680"/>
          </a:xfrm>
          <a:prstGeom prst="rect">
            <a:avLst/>
          </a:prstGeom>
          <a:solidFill>
            <a:srgbClr val="201406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44951"/>
            <a:ext cx="201168" cy="868680"/>
          </a:xfrm>
          <a:prstGeom prst="rect">
            <a:avLst/>
          </a:prstGeom>
          <a:solidFill>
            <a:srgbClr val="C0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3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ED8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5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Large 200g   ·   ⭐ BEST SELLER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05071"/>
            <a:ext cx="5394960" cy="868680"/>
          </a:xfrm>
          <a:prstGeom prst="rect">
            <a:avLst/>
          </a:prstGeom>
          <a:solidFill>
            <a:srgbClr val="0F09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05071"/>
            <a:ext cx="201168" cy="868680"/>
          </a:xfrm>
          <a:prstGeom prst="rect">
            <a:avLst/>
          </a:prstGeom>
          <a:solidFill>
            <a:srgbClr val="553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78223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2627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977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65191"/>
            <a:ext cx="5394960" cy="868680"/>
          </a:xfrm>
          <a:prstGeom prst="rect">
            <a:avLst/>
          </a:prstGeom>
          <a:solidFill>
            <a:srgbClr val="0F09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965191"/>
            <a:ext cx="201168" cy="868680"/>
          </a:xfrm>
          <a:prstGeom prst="rect">
            <a:avLst/>
          </a:prstGeom>
          <a:solidFill>
            <a:srgbClr val="E8A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38343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39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977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4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8686800" cy="5486400"/>
          </a:xfrm>
          <a:prstGeom prst="rect">
            <a:avLst/>
          </a:prstGeom>
          <a:solidFill>
            <a:srgbClr val="C9A22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64008" cy="4663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5EED8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800" b="1" i="0">
                <a:solidFill>
                  <a:srgbClr val="C9A227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846320"/>
            <a:ext cx="10515600" cy="32004"/>
          </a:xfrm>
          <a:prstGeom prst="rect">
            <a:avLst/>
          </a:prstGeom>
          <a:solidFill>
            <a:srgbClr val="C9A22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5EED8"/>
                </a:solidFill>
                <a:latin typeface="Georgia"/>
              </a:rPr>
              <a:t>On any Large 200g bar  ·  Pistachio  ·  Biscoff / Lotus  ·  Dark  ·  Mango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589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7744"/>
                </a:solidFill>
                <a:latin typeface="Calibri"/>
              </a:rPr>
              <a:t>Regular price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6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85800"/>
            <a:ext cx="5486400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577840" y="0"/>
            <a:ext cx="914400" cy="6858000"/>
          </a:xfrm>
          <a:prstGeom prst="rect">
            <a:avLst/>
          </a:prstGeom>
          <a:solidFill>
            <a:srgbClr val="09060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0" y="411480"/>
            <a:ext cx="5196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34440"/>
            <a:ext cx="519653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227"/>
                </a:solidFill>
                <a:latin typeface="Georgia"/>
              </a:rPr>
              <a:t>Dubai Chocolate  ·  All Sizes &amp; Prices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19072"/>
            <a:ext cx="5196535" cy="36576"/>
          </a:xfrm>
          <a:prstGeom prst="rect">
            <a:avLst/>
          </a:prstGeom>
          <a:solidFill>
            <a:srgbClr val="C9A22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0" y="1847088"/>
            <a:ext cx="5196535" cy="950976"/>
          </a:xfrm>
          <a:prstGeom prst="rect">
            <a:avLst/>
          </a:prstGeom>
          <a:solidFill>
            <a:srgbClr val="181208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01168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55g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80" y="193852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6654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852928"/>
            <a:ext cx="5196535" cy="950976"/>
          </a:xfrm>
          <a:prstGeom prst="rect">
            <a:avLst/>
          </a:prstGeom>
          <a:solidFill>
            <a:srgbClr val="120C05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301752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100g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294436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07238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858768"/>
            <a:ext cx="5196535" cy="950976"/>
          </a:xfrm>
          <a:prstGeom prst="rect">
            <a:avLst/>
          </a:prstGeom>
          <a:solidFill>
            <a:srgbClr val="181208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2336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120g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395020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07822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864608"/>
            <a:ext cx="5196535" cy="950976"/>
          </a:xfrm>
          <a:prstGeom prst="rect">
            <a:avLst/>
          </a:prstGeom>
          <a:solidFill>
            <a:srgbClr val="120C05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502920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EED8"/>
                </a:solidFill>
                <a:latin typeface="Calibri"/>
              </a:rPr>
              <a:t>200g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4956048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Georgia"/>
              </a:rPr>
              <a:t>$12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5084064"/>
            <a:ext cx="2910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9977"/>
                </a:solidFill>
                <a:latin typeface="Calibri"/>
              </a:rPr>
              <a:t>2 for $20  ⭐ Best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925312"/>
            <a:ext cx="5196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7744"/>
                </a:solidFill>
                <a:latin typeface="Calibri"/>
              </a:rPr>
              <a:t>* 2-for deals apply to matching size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5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A9977"/>
                </a:solidFill>
                <a:latin typeface="Calibri"/>
              </a:rPr>
              <a:t>Choose any option below — fast &amp; easy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1094415" cy="36576"/>
          </a:xfrm>
          <a:prstGeom prst="rect">
            <a:avLst/>
          </a:prstGeom>
          <a:solidFill>
            <a:srgbClr val="C9A22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10512"/>
            <a:ext cx="11094415" cy="896112"/>
          </a:xfrm>
          <a:prstGeom prst="rect">
            <a:avLst/>
          </a:prstGeom>
          <a:solidFill>
            <a:srgbClr val="141008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1417320" cy="896112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83664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40864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Mohamad Fadawi  ·  (424) 362-9312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71216"/>
            <a:ext cx="11094415" cy="896112"/>
          </a:xfrm>
          <a:prstGeom prst="rect">
            <a:avLst/>
          </a:prstGeom>
          <a:solidFill>
            <a:srgbClr val="141008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871216"/>
            <a:ext cx="1417320" cy="896112"/>
          </a:xfrm>
          <a:prstGeom prst="rect">
            <a:avLst/>
          </a:prstGeom>
          <a:solidFill>
            <a:srgbClr val="00C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962656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94436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401568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$HamoushiLushi  ·  (424) 362-9312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11094415" cy="896112"/>
          </a:xfrm>
          <a:prstGeom prst="rect">
            <a:avLst/>
          </a:prstGeom>
          <a:solidFill>
            <a:srgbClr val="141008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1417320" cy="896112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23360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005072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Credit / Debit 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462272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via Square  ·  We swipe your card at the 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92624"/>
            <a:ext cx="11094415" cy="896112"/>
          </a:xfrm>
          <a:prstGeom prst="rect">
            <a:avLst/>
          </a:prstGeom>
          <a:solidFill>
            <a:srgbClr val="141008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92624"/>
            <a:ext cx="1417320" cy="896112"/>
          </a:xfrm>
          <a:prstGeom prst="rect">
            <a:avLst/>
          </a:prstGeom>
          <a:solidFill>
            <a:srgbClr val="1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84064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065776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522976"/>
            <a:ext cx="9509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9977"/>
                </a:solidFill>
                <a:latin typeface="Calibri"/>
              </a:rPr>
              <a:t>Just hand it to us at the 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5332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744"/>
                </a:solidFill>
                <a:latin typeface="Calibri"/>
              </a:rPr>
              <a:t>For Zelle &amp; Cash App — scan the QR code at the booth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4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C9A22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27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116430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834640"/>
            <a:ext cx="7619695" cy="4572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5EED8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9977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3010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16168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7744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