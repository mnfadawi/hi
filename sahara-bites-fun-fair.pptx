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6675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834640"/>
            <a:ext cx="6675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6675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45152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438912"/>
            <a:ext cx="64008" cy="576072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38912"/>
            <a:ext cx="66751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91640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50008"/>
            <a:ext cx="649224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688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146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700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3832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021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4290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35844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2976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165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3434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4988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2120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309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2578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4132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1722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09728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4A820"/>
                </a:solidFill>
                <a:latin typeface="Calibri"/>
              </a:rPr>
              <a:t>WHAT'S INSIDE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18488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Georgia"/>
              </a:rPr>
              <a:t>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52928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1">
                <a:solidFill>
                  <a:srgbClr val="D4A820"/>
                </a:solidFill>
                <a:latin typeface="Georgia"/>
              </a:rPr>
              <a:t>inside.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160520"/>
            <a:ext cx="5486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8F0DC"/>
                </a:solidFill>
                <a:latin typeface="Georgia"/>
              </a:rPr>
              <a:t>Real pistachio cream in every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82803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BA880"/>
                </a:solidFill>
                <a:latin typeface="Calibri"/>
              </a:rPr>
              <a:t>Not a coating. Not an extract. The real thing.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85055" cy="68580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06640" y="0"/>
            <a:ext cx="4785055" cy="164592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83780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371600"/>
            <a:ext cx="43278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0" b="0" i="0">
                <a:solidFill>
                  <a:srgbClr val="FFFFFF"/>
                </a:solidFill>
                <a:latin typeface="Segoe UI Emoji"/>
              </a:rPr>
              <a:t>🍪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57200"/>
            <a:ext cx="64008" cy="530352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457200"/>
            <a:ext cx="2926080" cy="512064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078992"/>
            <a:ext cx="6492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00" b="1" i="0">
                <a:solidFill>
                  <a:srgbClr val="FFFFFF"/>
                </a:solidFill>
                <a:latin typeface="Georgia"/>
              </a:rPr>
              <a:t>BISCOFF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68880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C8781A"/>
                </a:solidFill>
                <a:latin typeface="Georgia"/>
              </a:rPr>
              <a:t>/ LOTUS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3756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4005072"/>
            <a:ext cx="6400800" cy="36576"/>
          </a:xfrm>
          <a:prstGeom prst="rect">
            <a:avLst/>
          </a:prstGeom>
          <a:solidFill>
            <a:srgbClr val="D4A82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33087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20"/>
                </a:solidFill>
                <a:latin typeface="Georgia"/>
              </a:rPr>
              <a:t>Large 200g  ·  $12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73659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8F0DC"/>
                </a:solidFill>
                <a:latin typeface="Georgia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fix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175" y="868680"/>
            <a:ext cx="6827520" cy="5120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413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1673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21408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21408"/>
            <a:ext cx="219456" cy="93268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🌿  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8833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5257800" cy="932688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08960"/>
            <a:ext cx="219456" cy="93268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00400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🍪  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96512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96512"/>
            <a:ext cx="219456" cy="932688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2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🍫  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84064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084064"/>
            <a:ext cx="219456" cy="93268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🥭  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65099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9144000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051560"/>
            <a:ext cx="64008" cy="47091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572768"/>
            <a:ext cx="112772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532888"/>
            <a:ext cx="91440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4956048"/>
            <a:ext cx="11277295" cy="36576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650992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630168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55064"/>
            <a:ext cx="34472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6D1ED4"/>
                </a:solidFill>
                <a:latin typeface="Calibri"/>
              </a:rPr>
              <a:t>Z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414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569464"/>
            <a:ext cx="33558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099816"/>
            <a:ext cx="335584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600200"/>
            <a:ext cx="3630168" cy="2331720"/>
          </a:xfrm>
          <a:prstGeom prst="rect">
            <a:avLst/>
          </a:prstGeom>
          <a:solidFill>
            <a:srgbClr val="00C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600200"/>
            <a:ext cx="3630168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6" y="1655064"/>
            <a:ext cx="34472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C244"/>
                </a:solidFill>
                <a:latin typeface="Calibri"/>
              </a:rPr>
              <a:t>$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8536" y="24414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2569464"/>
            <a:ext cx="33558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3099816"/>
            <a:ext cx="335584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600200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600200"/>
            <a:ext cx="3630168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655064"/>
            <a:ext cx="34472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222222"/>
                </a:solidFill>
                <a:latin typeface="Segoe UI Emoji"/>
              </a:rPr>
              <a:t>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24414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2569464"/>
            <a:ext cx="33558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099816"/>
            <a:ext cx="335584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33088"/>
            <a:ext cx="3630168" cy="2331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33088"/>
            <a:ext cx="3630168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187952"/>
            <a:ext cx="34472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4285F4"/>
                </a:solidFill>
                <a:latin typeface="Calibri"/>
              </a:rPr>
              <a:t>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74336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102352"/>
            <a:ext cx="33558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5632704"/>
            <a:ext cx="335584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133088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133088"/>
            <a:ext cx="3630168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79976" y="4187952"/>
            <a:ext cx="34472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222222"/>
                </a:solidFill>
                <a:latin typeface="Segoe UI Emoji"/>
              </a:rPr>
              <a:t>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88536" y="4974336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5102352"/>
            <a:ext cx="33558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5632704"/>
            <a:ext cx="335584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via Square
Swiped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133088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133088"/>
            <a:ext cx="3630168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11312" y="4187952"/>
            <a:ext cx="34472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222222"/>
                </a:solidFill>
                <a:latin typeface="Segoe UI Emoji"/>
              </a:rPr>
              <a:t>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9872" y="4974336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84464" y="5102352"/>
            <a:ext cx="33558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84464" y="5632704"/>
            <a:ext cx="335584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828800"/>
            <a:ext cx="116430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999232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145536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112772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