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869305"/>
            <a:ext cx="11277295" cy="240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858"/>
                </a:solidFill>
                <a:latin typeface="Calibri"/>
              </a:rPr>
              <a:t>Available in Pistachio  ·  Dark  ·  Mango sizes too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