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188720"/>
            <a:ext cx="64008" cy="38404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713232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58668"/>
            <a:ext cx="713232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094226"/>
            <a:ext cx="71323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8401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Original  ·  Authentic  ·  Premium  ·  Luxury  ·  Made in UAE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159502"/>
            <a:ext cx="71323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F8F0DC"/>
                </a:solidFill>
                <a:latin typeface="Calibri"/>
              </a:rPr>
              <a:t>Right here — come take a look.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676656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9938"/>
            <a:ext cx="6766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45436"/>
            <a:ext cx="676656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36876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64892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9174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38044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278124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06140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33298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479292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19372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7388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74236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20540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4960620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088636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15484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161788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856732"/>
            <a:ext cx="6766560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777240"/>
            <a:ext cx="5303520" cy="5303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9099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02336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157984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5486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0889"/>
            <a:ext cx="5486400" cy="788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39287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82187"/>
            <a:ext cx="5486400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A880"/>
                </a:solidFill>
                <a:latin typeface="Calibri"/>
              </a:rPr>
              <a:t>Rich, authentic  · 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274320"/>
            <a:ext cx="64008" cy="612648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274320"/>
            <a:ext cx="3291840" cy="530352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918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277295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875788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979926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590288"/>
            <a:ext cx="112772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4A820"/>
                </a:solidFill>
                <a:latin typeface="Calibri"/>
              </a:rPr>
              <a:t>Large 200g  · 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310378"/>
            <a:ext cx="11277295" cy="394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8F0DC"/>
                </a:solidFill>
                <a:latin typeface="Calibri"/>
              </a:rPr>
              <a:t>Buy 2 for $20  —  Save $4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905881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887858"/>
                </a:solidFill>
                <a:latin typeface="Calibri"/>
              </a:rPr>
              <a:t>Come grab one — we're right at this table.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64995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64995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2496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2496"/>
            <a:ext cx="201168" cy="9144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73936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31136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6499555" cy="914400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201168" cy="9144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743200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200400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21024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201168" cy="914400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712464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169664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90288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90288"/>
            <a:ext cx="201168" cy="914400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81728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138928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69280"/>
            <a:ext cx="649955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4A820"/>
                </a:solidFill>
                <a:latin typeface="Calibri"/>
              </a:rPr>
              <a:t>Come find your flavor — we're right here.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6196203"/>
            <a:ext cx="11094415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F8F0DC"/>
                </a:solidFill>
                <a:latin typeface="Calibri"/>
              </a:rPr>
              <a:t>Don't leave without one.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59002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560195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24787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092" y="1843659"/>
            <a:ext cx="786384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724787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28" y="1843659"/>
            <a:ext cx="786384" cy="7863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24787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843659"/>
            <a:ext cx="786384" cy="78638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39387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092" y="4358259"/>
            <a:ext cx="786384" cy="78638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239387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428" y="4358259"/>
            <a:ext cx="786384" cy="78638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239387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764" y="4358259"/>
            <a:ext cx="786384" cy="786384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22960"/>
            <a:ext cx="10362895" cy="52120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24178"/>
            <a:ext cx="1164305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425446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90038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42666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3819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Original  ·  Authentic  ·  Premium  ·  Luxury  ·  Made in UAE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13682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8F0DC"/>
                </a:solidFill>
                <a:latin typeface="Calibri"/>
              </a:rPr>
              <a:t>Text  424-362-9312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5658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87858"/>
                </a:solidFill>
                <a:latin typeface="Calibri"/>
              </a:rPr>
              <a:t>Text only  ·  to order, re-order, or ask — introduce yourself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92531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