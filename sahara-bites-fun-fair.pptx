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7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302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20101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" cy="3840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0" b="1" i="0">
                <a:solidFill>
                  <a:srgbClr val="C9A227"/>
                </a:solidFill>
                <a:latin typeface="Georgia"/>
              </a:rPr>
              <a:t>DUBAI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5EED8"/>
                </a:solidFill>
                <a:latin typeface="Georgia"/>
              </a:rPr>
              <a:t>CHOCOLATE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C9A227"/>
                </a:solidFill>
                <a:latin typeface="Georgia"/>
              </a:rPr>
              <a:t>SAHARA BITES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74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BB99"/>
                </a:solidFill>
                <a:latin typeface="Calibri"/>
              </a:rPr>
              <a:t>Authentically Crafted · Made in UAE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15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8866"/>
                </a:solidFill>
                <a:latin typeface="Calibri"/>
              </a:rPr>
              <a:t>ICH Fun Fair  ·  Oct 2, 2026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7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0"/>
            <a:ext cx="71624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0" y="0"/>
            <a:ext cx="1463040" cy="6858000"/>
          </a:xfrm>
          <a:prstGeom prst="rect">
            <a:avLst/>
          </a:prstGeom>
          <a:solidFill>
            <a:srgbClr val="0A0705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80503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54864" cy="4389120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43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9E3E"/>
                </a:solidFill>
                <a:latin typeface="Calibri"/>
              </a:rPr>
              <a:t>OUR STAR FLAVOR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002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5EED8"/>
                </a:solidFill>
                <a:latin typeface="Georgia"/>
              </a:rPr>
              <a:t>DUBAI CHOCOLATE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8862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C9A227"/>
                </a:solidFill>
                <a:latin typeface="Georgia"/>
              </a:rPr>
              <a:t>From $5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663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A88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1663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9977"/>
                </a:solidFill>
                <a:latin typeface="Calibri"/>
              </a:rPr>
              <a:t>Real pistachio cream filling. Every single bite.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9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365760"/>
            <a:ext cx="6035040" cy="6126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0" y="0"/>
            <a:ext cx="1097280" cy="6858000"/>
          </a:xfrm>
          <a:prstGeom prst="rect">
            <a:avLst/>
          </a:prstGeom>
          <a:solidFill>
            <a:srgbClr val="0C0906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0C090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" cy="3840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WHAT'S INSIDE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Georgia"/>
              </a:rPr>
              <a:t>Look</a:t>
            </a:r>
          </a:p>
          <a:p>
            <a:pPr algn="l"/>
            <a:r>
              <a:rPr sz="8800" b="1" i="1">
                <a:solidFill>
                  <a:srgbClr val="C9A227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93192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EED8"/>
                </a:solidFill>
                <a:latin typeface="Georgia"/>
              </a:rPr>
              <a:t>Every bar packed with pure,
real pistachio cream.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83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8866"/>
                </a:solidFill>
                <a:latin typeface="Calibri"/>
              </a:rPr>
              <a:t>Not a coating. Not an extract.
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5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57200"/>
            <a:ext cx="493776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0" y="0"/>
            <a:ext cx="1371600" cy="6858000"/>
          </a:xfrm>
          <a:prstGeom prst="rect">
            <a:avLst/>
          </a:prstGeom>
          <a:solidFill>
            <a:srgbClr val="080503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80503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1">
                <a:solidFill>
                  <a:srgbClr val="C9A227"/>
                </a:solidFill>
                <a:latin typeface="Georgia"/>
              </a:rPr>
              <a:t>ONE OBSESSION.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201168" cy="548640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5760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The viral favorite  ·  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201168" cy="548640"/>
          </a:xfrm>
          <a:prstGeom prst="rect">
            <a:avLst/>
          </a:prstGeom>
          <a:solidFill>
            <a:srgbClr val="C0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5760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BISCOFF / LOTUS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Best Seller  ·  Large 200g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201168" cy="548640"/>
          </a:xfrm>
          <a:prstGeom prst="rect">
            <a:avLst/>
          </a:prstGeom>
          <a:solidFill>
            <a:srgbClr val="3C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5760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DARK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Rich &amp; bold  ·  Large 200g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12080"/>
            <a:ext cx="201168" cy="548640"/>
          </a:xfrm>
          <a:prstGeom prst="rect">
            <a:avLst/>
          </a:prstGeom>
          <a:solidFill>
            <a:srgbClr val="E8A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5760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MANGO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778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9977"/>
                </a:solidFill>
                <a:latin typeface="Calibri"/>
              </a:rPr>
              <a:t>Tropical twist  ·  Large 200g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145536"/>
            <a:ext cx="1280160" cy="347472"/>
          </a:xfrm>
          <a:prstGeom prst="rect">
            <a:avLst/>
          </a:prstGeom>
          <a:solidFill>
            <a:srgbClr val="C0722A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4528" y="3145536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⭐ BEST SELLER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7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302">
              <a:alpha val="6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2010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64008" cy="4572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344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227"/>
                </a:solidFill>
                <a:latin typeface="Calibri"/>
              </a:rPr>
              <a:t>TONIGHT'S DEAL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5EED8"/>
                </a:solidFill>
                <a:latin typeface="Georgia"/>
              </a:rPr>
              <a:t>2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5176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00" b="1" i="0">
                <a:solidFill>
                  <a:srgbClr val="C9A227"/>
                </a:solidFill>
                <a:latin typeface="Georgia"/>
              </a:rPr>
              <a:t>$20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5EED8"/>
                </a:solidFill>
                <a:latin typeface="Georgia"/>
              </a:rPr>
              <a:t>On any Large 200g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2303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AA88"/>
                </a:solidFill>
                <a:latin typeface="Calibri"/>
              </a:rPr>
              <a:t>Pistachio · Biscoff / Lotus · Dark · Mango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66928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7755"/>
                </a:solidFill>
                <a:latin typeface="Calibri"/>
              </a:rPr>
              <a:t>(Regular $12 each)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74320"/>
            <a:ext cx="5303520" cy="6309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114800" y="0"/>
            <a:ext cx="1828800" cy="6858000"/>
          </a:xfrm>
          <a:prstGeom prst="rect">
            <a:avLst/>
          </a:prstGeom>
          <a:solidFill>
            <a:srgbClr val="090604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4572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143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9A227"/>
                </a:solidFill>
                <a:latin typeface="Georgia"/>
              </a:rPr>
              <a:t>Dubai Chocolate — All Sizes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91640"/>
            <a:ext cx="5852160" cy="3200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920240"/>
            <a:ext cx="5943600" cy="822960"/>
          </a:xfrm>
          <a:prstGeom prst="rect">
            <a:avLst/>
          </a:prstGeom>
          <a:solidFill>
            <a:srgbClr val="18120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2048256"/>
            <a:ext cx="1005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EED8"/>
                </a:solidFill>
                <a:latin typeface="Calibri"/>
              </a:rPr>
              <a:t>55g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1188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227"/>
                </a:solidFill>
                <a:latin typeface="Georgia"/>
              </a:rPr>
              <a:t>$5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03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2 for $9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807208"/>
            <a:ext cx="5943600" cy="822960"/>
          </a:xfrm>
          <a:prstGeom prst="rect">
            <a:avLst/>
          </a:prstGeom>
          <a:solidFill>
            <a:srgbClr val="120C0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935224"/>
            <a:ext cx="1005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EED8"/>
                </a:solidFill>
                <a:latin typeface="Calibri"/>
              </a:rPr>
              <a:t>100g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880360"/>
            <a:ext cx="1188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227"/>
                </a:solidFill>
                <a:latin typeface="Georgia"/>
              </a:rPr>
              <a:t>$8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9900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2 for $15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3694176"/>
            <a:ext cx="5943600" cy="822960"/>
          </a:xfrm>
          <a:prstGeom prst="rect">
            <a:avLst/>
          </a:prstGeom>
          <a:solidFill>
            <a:srgbClr val="18120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3822192"/>
            <a:ext cx="1005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EED8"/>
                </a:solidFill>
                <a:latin typeface="Calibri"/>
              </a:rPr>
              <a:t>120g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767328"/>
            <a:ext cx="1188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227"/>
                </a:solidFill>
                <a:latin typeface="Georgia"/>
              </a:rPr>
              <a:t>$10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8770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2 for $18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4581144"/>
            <a:ext cx="5943600" cy="822960"/>
          </a:xfrm>
          <a:prstGeom prst="rect">
            <a:avLst/>
          </a:prstGeom>
          <a:solidFill>
            <a:srgbClr val="120C0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709160"/>
            <a:ext cx="1005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EED8"/>
                </a:solidFill>
                <a:latin typeface="Calibri"/>
              </a:rPr>
              <a:t>200g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4654296"/>
            <a:ext cx="1188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227"/>
                </a:solidFill>
                <a:latin typeface="Georgia"/>
              </a:rPr>
              <a:t>$12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764024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2 for $20  ⭐ Best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53212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6644"/>
                </a:solidFill>
                <a:latin typeface="Calibri"/>
              </a:rPr>
              <a:t>* 2-for deals apply to matching size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7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201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227"/>
                </a:solidFill>
                <a:latin typeface="Calibri"/>
              </a:rPr>
              <a:t>FIND US ON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291840"/>
            <a:ext cx="7619695" cy="45720"/>
          </a:xfrm>
          <a:prstGeom prst="rect">
            <a:avLst/>
          </a:prstGeom>
          <a:solidFill>
            <a:srgbClr val="C9A22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5EED8"/>
                </a:solidFill>
                <a:latin typeface="Georgia"/>
              </a:rPr>
              <a:t>See our latest drops · Behind-the-scenes · Community love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Georgia"/>
              </a:rPr>
              <a:t>SAHARA BITES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AA9977"/>
                </a:solidFill>
                <a:latin typeface="Calibri"/>
              </a:rPr>
              <a:t>Authentic Dubai Chocolate · Made in UAE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201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7755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