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D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188720"/>
            <a:ext cx="64008" cy="402336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143000"/>
            <a:ext cx="6675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D4A820"/>
                </a:solidFill>
                <a:latin typeface="Georgia"/>
              </a:rPr>
              <a:t>DUBAI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834640"/>
            <a:ext cx="6675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8F0DC"/>
                </a:solidFill>
                <a:latin typeface="Georgia"/>
              </a:rPr>
              <a:t>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913632"/>
            <a:ext cx="6675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SAHARA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645152"/>
            <a:ext cx="6675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Authentically Crafted  ·  Made in UAE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8c9T2So7H5eHt3rTUXkVszlPrXixLU_vhf_dCJMaoG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438912"/>
            <a:ext cx="64008" cy="576072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438912"/>
            <a:ext cx="667512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2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91640"/>
            <a:ext cx="6675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350008"/>
            <a:ext cx="6492240" cy="36576"/>
          </a:xfrm>
          <a:prstGeom prst="rect">
            <a:avLst/>
          </a:prstGeom>
          <a:solidFill>
            <a:srgbClr val="6EAA28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" y="2468880"/>
            <a:ext cx="6492240" cy="850392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55g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514600"/>
            <a:ext cx="1737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6700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3383280"/>
            <a:ext cx="6492240" cy="850392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02152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100g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3429000"/>
            <a:ext cx="1737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35844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4297680"/>
            <a:ext cx="6492240" cy="850392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416552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120g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4343400"/>
            <a:ext cx="1737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44988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5212080"/>
            <a:ext cx="6492240" cy="850392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330952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8F0DC"/>
                </a:solidFill>
                <a:latin typeface="Calibri"/>
              </a:rPr>
              <a:t>200g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5257800"/>
            <a:ext cx="17373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5413248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6172200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87858"/>
                </a:solidFill>
                <a:latin typeface="Calibri"/>
              </a:rPr>
              <a:t>* 2-for deals: both bars must be same size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0C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3775" y="457200"/>
            <a:ext cx="5943600" cy="5943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95091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097280"/>
            <a:ext cx="64008" cy="402336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143000"/>
            <a:ext cx="5486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4A820"/>
                </a:solidFill>
                <a:latin typeface="Calibri"/>
              </a:rPr>
              <a:t>WHAT'S INSIDE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18488"/>
            <a:ext cx="5486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Georgia"/>
              </a:rPr>
              <a:t>Look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852928"/>
            <a:ext cx="5486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i="1">
                <a:solidFill>
                  <a:srgbClr val="D4A820"/>
                </a:solidFill>
                <a:latin typeface="Georgia"/>
              </a:rPr>
              <a:t>inside.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160520"/>
            <a:ext cx="5486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8F0DC"/>
                </a:solidFill>
                <a:latin typeface="Georgia"/>
              </a:rPr>
              <a:t>Real pistachio cream in every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828032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BA880"/>
                </a:solidFill>
                <a:latin typeface="Calibri"/>
              </a:rPr>
              <a:t>Not a coating. Not an extract. The real thing.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8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06640" y="0"/>
            <a:ext cx="4785055" cy="685800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06640" y="0"/>
            <a:ext cx="4785055" cy="164592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83780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371600"/>
            <a:ext cx="432785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0" b="0" i="0">
                <a:solidFill>
                  <a:srgbClr val="FFFFFF"/>
                </a:solidFill>
                <a:latin typeface="Segoe UI Emoji"/>
              </a:rPr>
              <a:t>🍪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57200"/>
            <a:ext cx="64008" cy="530352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457200"/>
            <a:ext cx="2926080" cy="512064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5488"/>
            <a:ext cx="2834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⭐  BEST SELLER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078992"/>
            <a:ext cx="6492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600" b="1" i="0">
                <a:solidFill>
                  <a:srgbClr val="FFFFFF"/>
                </a:solidFill>
                <a:latin typeface="Georgia"/>
              </a:rPr>
              <a:t>BISCOFF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468880"/>
            <a:ext cx="6492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C8781A"/>
                </a:solidFill>
                <a:latin typeface="Georgia"/>
              </a:rPr>
              <a:t>/ LOTUS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337560"/>
            <a:ext cx="6492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4005072"/>
            <a:ext cx="6400800" cy="36576"/>
          </a:xfrm>
          <a:prstGeom prst="rect">
            <a:avLst/>
          </a:prstGeom>
          <a:solidFill>
            <a:srgbClr val="D4A82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133087"/>
            <a:ext cx="6400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D4A820"/>
                </a:solidFill>
                <a:latin typeface="Georgia"/>
              </a:rPr>
              <a:t>Large 200g  ·  $12 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736592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8F0DC"/>
                </a:solidFill>
                <a:latin typeface="Georgia"/>
              </a:rPr>
              <a:t>Buy 2 for $20  —  Save $4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fixe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175" y="868680"/>
            <a:ext cx="6827520" cy="512064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34131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5394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Georgia"/>
              </a:rPr>
              <a:t>FOUR FLAVORS.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1673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ONE OBSESSION.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21408"/>
            <a:ext cx="5257800" cy="9326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21408"/>
            <a:ext cx="219456" cy="932688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4754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🌿  PISTACHIO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88336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55g · 100g · 120g · 200g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108960"/>
            <a:ext cx="5257800" cy="932688"/>
          </a:xfrm>
          <a:prstGeom prst="rect">
            <a:avLst/>
          </a:prstGeom>
          <a:solidFill>
            <a:srgbClr val="28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108960"/>
            <a:ext cx="219456" cy="932688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3200400"/>
            <a:ext cx="4754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🍪  BISCOFF / LOTUS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67588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4A820"/>
                </a:solidFill>
                <a:latin typeface="Calibri"/>
              </a:rPr>
              <a:t>⭐ BEST SELLER  ·  Large 200g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096512"/>
            <a:ext cx="5257800" cy="9326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096512"/>
            <a:ext cx="219456" cy="932688"/>
          </a:xfrm>
          <a:prstGeom prst="rect">
            <a:avLst/>
          </a:prstGeom>
          <a:solidFill>
            <a:srgbClr val="60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187952"/>
            <a:ext cx="4754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🍫  DARK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663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084064"/>
            <a:ext cx="5257800" cy="932688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5084064"/>
            <a:ext cx="219456" cy="932688"/>
          </a:xfrm>
          <a:prstGeom prst="rect">
            <a:avLst/>
          </a:prstGeom>
          <a:solidFill>
            <a:srgbClr val="F0A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4754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🥭  MANGO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65099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9144000" cy="56692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1051560"/>
            <a:ext cx="64008" cy="470916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05156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A820"/>
                </a:solidFill>
                <a:latin typeface="Calibri"/>
              </a:rPr>
              <a:t>TONIGHT'S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572768"/>
            <a:ext cx="1127729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8F0DC"/>
                </a:solidFill>
                <a:latin typeface="Georgia"/>
              </a:rPr>
              <a:t>2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532888"/>
            <a:ext cx="91440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D4A820"/>
                </a:solidFill>
                <a:latin typeface="Georgia"/>
              </a:rPr>
              <a:t>$20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4956048"/>
            <a:ext cx="11277295" cy="36576"/>
          </a:xfrm>
          <a:prstGeom prst="rect">
            <a:avLst/>
          </a:prstGeom>
          <a:solidFill>
            <a:srgbClr val="D4A8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074920"/>
            <a:ext cx="112772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On any Large 200g bar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650992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887858"/>
                </a:solidFill>
                <a:latin typeface="Calibri"/>
              </a:rPr>
              <a:t>Pistachio  ·  Biscoff / Lotus  ·  Dark  ·  Mango  ·  Regular $12 each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200" b="1" i="0">
                <a:solidFill>
                  <a:srgbClr val="FFFFFF"/>
                </a:solidFill>
                <a:latin typeface="Georgia"/>
              </a:rPr>
              <a:t>WE ACCEPT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70432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BA880"/>
                </a:solidFill>
                <a:latin typeface="Calibri"/>
              </a:rPr>
              <a:t>Choose any option — fast &amp; easy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91640"/>
            <a:ext cx="11277295" cy="36576"/>
          </a:xfrm>
          <a:prstGeom prst="rect">
            <a:avLst/>
          </a:prstGeom>
          <a:solidFill>
            <a:srgbClr val="D4A820">
              <a:alpha val="3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810512"/>
            <a:ext cx="3630168" cy="2084831"/>
          </a:xfrm>
          <a:prstGeom prst="rect">
            <a:avLst/>
          </a:prstGeom>
          <a:solidFill>
            <a:srgbClr val="6D1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10512"/>
            <a:ext cx="3630168" cy="128016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56816"/>
            <a:ext cx="34015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ZELLE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633472"/>
            <a:ext cx="34015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EEEE"/>
                </a:solidFill>
                <a:latin typeface="Calibri"/>
              </a:rPr>
              <a:t>Mohamad Fadawi
(424) 362-9312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1810512"/>
            <a:ext cx="3630168" cy="2084831"/>
          </a:xfrm>
          <a:prstGeom prst="rect">
            <a:avLst/>
          </a:prstGeom>
          <a:solidFill>
            <a:srgbClr val="00C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1810512"/>
            <a:ext cx="3630168" cy="128016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1956816"/>
            <a:ext cx="34015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CASH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2633472"/>
            <a:ext cx="34015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EEEE"/>
                </a:solidFill>
                <a:latin typeface="Calibri"/>
              </a:rPr>
              <a:t>$HamoushiLushi
(424) 362-9312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19872" y="1810512"/>
            <a:ext cx="3630168" cy="2084831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9872" y="1810512"/>
            <a:ext cx="3630168" cy="128016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956816"/>
            <a:ext cx="34015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APPLE PAY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633472"/>
            <a:ext cx="34015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EEEE"/>
                </a:solidFill>
                <a:latin typeface="Calibri"/>
              </a:rPr>
              <a:t>Tap to pay
at the table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096511"/>
            <a:ext cx="3630168" cy="2084831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096511"/>
            <a:ext cx="3630168" cy="128016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242815"/>
            <a:ext cx="34015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GOOGLE PAY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919471"/>
            <a:ext cx="34015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EEEE"/>
                </a:solidFill>
                <a:latin typeface="Calibri"/>
              </a:rPr>
              <a:t>Tap to pay
at the table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88536" y="4096511"/>
            <a:ext cx="3630168" cy="2084831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8536" y="4096511"/>
            <a:ext cx="3630168" cy="128016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3128" y="4242815"/>
            <a:ext cx="34015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CREDIT / DEBIT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8" y="4919471"/>
            <a:ext cx="34015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EEEE"/>
                </a:solidFill>
                <a:latin typeface="Calibri"/>
              </a:rPr>
              <a:t>via Square
We swipe at the table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19872" y="4096511"/>
            <a:ext cx="3630168" cy="2084831"/>
          </a:xfrm>
          <a:prstGeom prst="rect">
            <a:avLst/>
          </a:prstGeom>
          <a:solidFill>
            <a:srgbClr val="1E6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19872" y="4096511"/>
            <a:ext cx="3630168" cy="128016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84464" y="4242815"/>
            <a:ext cx="34015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4464" y="4919471"/>
            <a:ext cx="34015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EEEEEE"/>
                </a:solidFill>
                <a:latin typeface="Calibri"/>
              </a:rPr>
              <a:t>Hand it to us
at the table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053328"/>
            <a:ext cx="11277295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887858"/>
                </a:solidFill>
                <a:latin typeface="Calibri"/>
              </a:rPr>
              <a:t>For Zelle &amp; Cash App — scan the QR code at the booth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10362895" cy="502920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820"/>
                </a:solidFill>
                <a:latin typeface="Calibri"/>
              </a:rPr>
              <a:t>FIND US ON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828800"/>
            <a:ext cx="116430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Georgia"/>
              </a:rPr>
              <a:t>@premiumdubaichocolate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999232"/>
            <a:ext cx="76196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145536"/>
            <a:ext cx="112772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8F0DC"/>
                </a:solidFill>
                <a:latin typeface="Georgia"/>
              </a:rPr>
              <a:t>New drops  ·  Behind-the-scenes  · 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13632"/>
            <a:ext cx="1127729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4A820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6344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BA880"/>
                </a:solidFill>
                <a:latin typeface="Calibri"/>
              </a:rPr>
              <a:t>Authentic Dubai Chocolate  ·  Made in UAE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60301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92531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7858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