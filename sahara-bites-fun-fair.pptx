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0D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JWkQ-FAxxVxbBXfA-CJCwfnwEYElSzzTJwhB-DPDit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1188720"/>
            <a:ext cx="64008" cy="38404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097280"/>
            <a:ext cx="7132320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D4A820"/>
                </a:solidFill>
                <a:latin typeface="Georgia"/>
              </a:rPr>
              <a:t>DUBAI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058668"/>
            <a:ext cx="7132320" cy="925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8F0DC"/>
                </a:solidFill>
                <a:latin typeface="Georgia"/>
              </a:rPr>
              <a:t>CHOCOLATE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094226"/>
            <a:ext cx="7132320" cy="480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1">
                <a:solidFill>
                  <a:srgbClr val="D4A820"/>
                </a:solidFill>
                <a:latin typeface="Georgia"/>
              </a:rPr>
              <a:t>SAHARA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4684014"/>
            <a:ext cx="7132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BA880"/>
                </a:solidFill>
                <a:latin typeface="Calibri"/>
              </a:rPr>
              <a:t>Original  ·  Authentic  ·  Premium  ·  Luxury  ·  Made in UAE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3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tt.8c9T2So7H5eHt3rTUXkVszlPrXixLU_vhf_dCJMaoGw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695" y="0"/>
            <a:ext cx="457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596835" y="0"/>
            <a:ext cx="22860" cy="68580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384048"/>
            <a:ext cx="6766560" cy="1405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9938"/>
            <a:ext cx="676656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345436"/>
            <a:ext cx="6766560" cy="36576"/>
          </a:xfrm>
          <a:prstGeom prst="rect">
            <a:avLst/>
          </a:prstGeom>
          <a:solidFill>
            <a:srgbClr val="6EAA28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4672" y="2436876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564892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55g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91740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638044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" y="3278124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406140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100g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332988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3479292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4672" y="4119372"/>
            <a:ext cx="6766560" cy="841248"/>
          </a:xfrm>
          <a:prstGeom prst="rect">
            <a:avLst/>
          </a:prstGeom>
          <a:solidFill>
            <a:srgbClr val="2214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247388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120g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174236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4320540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$18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4960620"/>
            <a:ext cx="6766560" cy="841248"/>
          </a:xfrm>
          <a:prstGeom prst="rect">
            <a:avLst/>
          </a:prstGeom>
          <a:solidFill>
            <a:srgbClr val="180E0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5088636"/>
            <a:ext cx="1371600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8F0DC"/>
                </a:solidFill>
                <a:latin typeface="Calibri"/>
              </a:rPr>
              <a:t>200g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15484"/>
            <a:ext cx="17373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D4A820"/>
                </a:solidFill>
                <a:latin typeface="Georgia"/>
              </a:rPr>
              <a:t>$12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5161788"/>
            <a:ext cx="237744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BA880"/>
                </a:solidFill>
                <a:latin typeface="Calibri"/>
              </a:rPr>
              <a:t>2 for $20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5856732"/>
            <a:ext cx="6766560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87858"/>
                </a:solidFill>
                <a:latin typeface="Calibri"/>
              </a:rPr>
              <a:t>* 2-for deals: both bars must be same size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0C0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D42144-1-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3855" y="777240"/>
            <a:ext cx="5303520" cy="53035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659099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5488" y="365760"/>
            <a:ext cx="64008" cy="59436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402336"/>
            <a:ext cx="5486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636776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2157984"/>
            <a:ext cx="5486400" cy="36576"/>
          </a:xfrm>
          <a:prstGeom prst="rect">
            <a:avLst/>
          </a:prstGeom>
          <a:solidFill>
            <a:srgbClr val="6EAA28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249424"/>
            <a:ext cx="5486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BA880"/>
                </a:solidFill>
                <a:latin typeface="Calibri"/>
              </a:rPr>
              <a:t>The inside of our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0889"/>
            <a:ext cx="5486400" cy="7886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1">
                <a:solidFill>
                  <a:srgbClr val="6EAA28"/>
                </a:solidFill>
                <a:latin typeface="Georgia"/>
              </a:rPr>
              <a:t>pistachio bar.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439287"/>
            <a:ext cx="54864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8F0DC"/>
                </a:solidFill>
                <a:latin typeface="Georgia"/>
              </a:rPr>
              <a:t>Layered with real pistachio cream.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82187"/>
            <a:ext cx="5486400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BBA880"/>
                </a:solidFill>
                <a:latin typeface="Calibri"/>
              </a:rPr>
              <a:t>Rich, nutty, authentic  ·  made the right way.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80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75488" y="274320"/>
            <a:ext cx="64008" cy="612648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" y="274320"/>
            <a:ext cx="3291840" cy="530352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29184"/>
            <a:ext cx="3108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⭐  BEST SELLER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914400"/>
            <a:ext cx="11277295" cy="1851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800" b="1" i="0">
                <a:solidFill>
                  <a:srgbClr val="FFFFFF"/>
                </a:solidFill>
                <a:latin typeface="Calibri"/>
              </a:rPr>
              <a:t>BISCOFF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2875788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C8781A"/>
                </a:solidFill>
                <a:latin typeface="Calibri"/>
              </a:rPr>
              <a:t>/ LOTUS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3979926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F8F0DC"/>
                </a:solidFill>
                <a:latin typeface="Georgia"/>
              </a:rPr>
              <a:t>Dubai Chocolate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" y="4590288"/>
            <a:ext cx="112772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4754880"/>
            <a:ext cx="11277295" cy="4457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D4A820"/>
                </a:solidFill>
                <a:latin typeface="Calibri"/>
              </a:rPr>
              <a:t>Large 200g  ·  $12 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310378"/>
            <a:ext cx="11277295" cy="394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i="0">
                <a:solidFill>
                  <a:srgbClr val="F8F0DC"/>
                </a:solidFill>
                <a:latin typeface="Calibri"/>
              </a:rPr>
              <a:t>Buy 2 for $20  —  Save $4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0A04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G_5550_upright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195" y="0"/>
            <a:ext cx="51435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025335" y="0"/>
            <a:ext cx="22860" cy="685800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20040"/>
            <a:ext cx="64995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orgia"/>
              </a:rPr>
              <a:t>FOUR FLAVORS.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649955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D4A820"/>
                </a:solidFill>
                <a:latin typeface="Georgia"/>
              </a:rPr>
              <a:t>ONE OBSESSION.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682496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682496"/>
            <a:ext cx="201168" cy="914400"/>
          </a:xfrm>
          <a:prstGeom prst="rect">
            <a:avLst/>
          </a:prstGeom>
          <a:solidFill>
            <a:srgbClr val="6EA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73936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PISTACHIO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231136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55g · 100g · 120g · 200g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6499555" cy="914400"/>
          </a:xfrm>
          <a:prstGeom prst="rect">
            <a:avLst/>
          </a:prstGeom>
          <a:solidFill>
            <a:srgbClr val="2818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51760"/>
            <a:ext cx="201168" cy="914400"/>
          </a:xfrm>
          <a:prstGeom prst="rect">
            <a:avLst/>
          </a:prstGeom>
          <a:solidFill>
            <a:srgbClr val="C87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2743200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BISCOFF / LOTUS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3200400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D4A820"/>
                </a:solidFill>
                <a:latin typeface="Calibri"/>
              </a:rPr>
              <a:t>⭐ Best Seller  ·  Large 200g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21024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21024"/>
            <a:ext cx="201168" cy="914400"/>
          </a:xfrm>
          <a:prstGeom prst="rect">
            <a:avLst/>
          </a:prstGeom>
          <a:solidFill>
            <a:srgbClr val="603A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712464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169664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590288"/>
            <a:ext cx="6499555" cy="914400"/>
          </a:xfrm>
          <a:prstGeom prst="rect">
            <a:avLst/>
          </a:prstGeom>
          <a:solidFill>
            <a:srgbClr val="1C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590288"/>
            <a:ext cx="201168" cy="914400"/>
          </a:xfrm>
          <a:prstGeom prst="rect">
            <a:avLst/>
          </a:prstGeom>
          <a:solidFill>
            <a:srgbClr val="F0AA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681728"/>
            <a:ext cx="6152083" cy="3771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MANGO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5138928"/>
            <a:ext cx="6152083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A880"/>
                </a:solidFill>
                <a:latin typeface="Calibri"/>
              </a:rPr>
              <a:t>Large 200g</a:t>
            </a:r>
          </a:p>
        </p:txBody>
      </p:sp>
    </p:spTree>
  </p:cSld>
  <p:clrMapOvr>
    <a:masterClrMapping/>
  </p:clrMapOvr>
  <p:transition advClick="0" advTm="8000">
    <p:fade thruBlk="0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77295" cy="56692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" y="1005840"/>
            <a:ext cx="64008" cy="475488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005840"/>
            <a:ext cx="1109441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4A820"/>
                </a:solidFill>
                <a:latin typeface="Calibri"/>
              </a:rPr>
              <a:t>TONIGHT'S DEAL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424178"/>
            <a:ext cx="1109441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8F0DC"/>
                </a:solidFill>
                <a:latin typeface="Georgia"/>
              </a:rPr>
              <a:t>2 FOR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18588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0" b="1" i="0">
                <a:solidFill>
                  <a:srgbClr val="D4A820"/>
                </a:solidFill>
                <a:latin typeface="Georgia"/>
              </a:rPr>
              <a:t>$20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" y="5161788"/>
            <a:ext cx="11094415" cy="45720"/>
          </a:xfrm>
          <a:prstGeom prst="rect">
            <a:avLst/>
          </a:prstGeom>
          <a:solidFill>
            <a:srgbClr val="D4A820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29894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1">
                <a:solidFill>
                  <a:srgbClr val="F8F0DC"/>
                </a:solidFill>
                <a:latin typeface="Georgia"/>
              </a:rPr>
              <a:t>On any Large 200g bar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0428"/>
            <a:ext cx="11094415" cy="257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887858"/>
                </a:solidFill>
                <a:latin typeface="Calibri"/>
              </a:rPr>
              <a:t>Pistachio  ·  Biscoff / Lotus  ·  Dark  ·  Mango  ·  Regular $12 each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2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11277295" cy="9944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800" b="1" i="0">
                <a:solidFill>
                  <a:srgbClr val="140802"/>
                </a:solidFill>
                <a:latin typeface="Georgia"/>
              </a:rPr>
              <a:t>WE ACCEPT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59002"/>
            <a:ext cx="11277295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>
                <a:solidFill>
                  <a:srgbClr val="775533"/>
                </a:solidFill>
                <a:latin typeface="Calibri"/>
              </a:rPr>
              <a:t>Choose any option  —  fast &amp; easy at the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560195"/>
            <a:ext cx="9448495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724787"/>
            <a:ext cx="3630168" cy="2331720"/>
          </a:xfrm>
          <a:prstGeom prst="rect">
            <a:avLst/>
          </a:prstGeom>
          <a:solidFill>
            <a:srgbClr val="6D1E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_ze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092" y="1843659"/>
            <a:ext cx="786384" cy="7863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57200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ZELLE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Mohamad Fadawi
(424) 362-9312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88536" y="1724787"/>
            <a:ext cx="3630168" cy="2331720"/>
          </a:xfrm>
          <a:prstGeom prst="rect">
            <a:avLst/>
          </a:prstGeom>
          <a:solidFill>
            <a:srgbClr val="00D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8536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ogo_cashap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428" y="1843659"/>
            <a:ext cx="786384" cy="78638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4288536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6552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 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$HamoushiLushi
(424) 362-9312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724787"/>
            <a:ext cx="3630168" cy="2331720"/>
          </a:xfrm>
          <a:prstGeom prst="rect">
            <a:avLst/>
          </a:prstGeom>
          <a:solidFill>
            <a:srgbClr val="1C1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9872" y="17247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ogo_applep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64" y="1843659"/>
            <a:ext cx="786384" cy="78638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119872" y="27489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28586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APPLE PAY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47888" y="33158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Tap to pay
at the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239387"/>
            <a:ext cx="3630168" cy="233172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ogo_googlepa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79092" y="4358259"/>
            <a:ext cx="786384" cy="78638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457200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5216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22222"/>
                </a:solidFill>
                <a:latin typeface="Calibri"/>
              </a:rPr>
              <a:t>GOOGLE PAY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44444"/>
                </a:solidFill>
                <a:latin typeface="Calibri"/>
              </a:rPr>
              <a:t>Tap to pay
at the 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88536" y="4239387"/>
            <a:ext cx="3630168" cy="2331720"/>
          </a:xfrm>
          <a:prstGeom prst="rect">
            <a:avLst/>
          </a:prstGeom>
          <a:solidFill>
            <a:srgbClr val="2C2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88536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logo_squ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0428" y="4358259"/>
            <a:ext cx="786384" cy="786384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4288536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16552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CREDIT / DEBIT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6552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via Square
Tap to pay at the table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9872" y="4239387"/>
            <a:ext cx="3630168" cy="2331720"/>
          </a:xfrm>
          <a:prstGeom prst="rect">
            <a:avLst/>
          </a:prstGeom>
          <a:solidFill>
            <a:srgbClr val="1E68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19872" y="4239387"/>
            <a:ext cx="3630168" cy="10241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logo_cas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1764" y="4358259"/>
            <a:ext cx="786384" cy="786384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8119872" y="5263515"/>
            <a:ext cx="3630168" cy="45720"/>
          </a:xfrm>
          <a:prstGeom prst="rect">
            <a:avLst/>
          </a:prstGeom>
          <a:solidFill>
            <a:srgbClr val="D4A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47888" y="5373243"/>
            <a:ext cx="3410712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CASH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7888" y="5830443"/>
            <a:ext cx="3410712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EEEEE"/>
                </a:solidFill>
                <a:latin typeface="Calibri"/>
              </a:rPr>
              <a:t>Hand it to us
at the table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080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822960"/>
            <a:ext cx="10362895" cy="5212080"/>
          </a:xfrm>
          <a:prstGeom prst="rect">
            <a:avLst/>
          </a:prstGeom>
          <a:solidFill>
            <a:srgbClr val="D4A820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820"/>
                </a:solidFill>
                <a:latin typeface="Calibri"/>
              </a:rPr>
              <a:t>FIND US ON INSTAGRAM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424178"/>
            <a:ext cx="11643055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  <a:latin typeface="Georgia"/>
              </a:rPr>
              <a:t>@premiumdubaichocolate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425446"/>
            <a:ext cx="7619695" cy="45720"/>
          </a:xfrm>
          <a:prstGeom prst="rect">
            <a:avLst/>
          </a:prstGeom>
          <a:solidFill>
            <a:srgbClr val="D4A820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590038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F8F0DC"/>
                </a:solidFill>
                <a:latin typeface="Georgia"/>
              </a:rPr>
              <a:t>New drops  ·  Behind-the-scenes  · 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42666"/>
            <a:ext cx="112772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D4A820"/>
                </a:solidFill>
                <a:latin typeface="Georgia"/>
              </a:rPr>
              <a:t>SAHARA  BITES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3819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BBA880"/>
                </a:solidFill>
                <a:latin typeface="Calibri"/>
              </a:rPr>
              <a:t>Original  ·  Authentic  ·  Premium  ·  Luxury  ·  Made in UAE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13682"/>
            <a:ext cx="11277295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8F0DC"/>
                </a:solidFill>
                <a:latin typeface="Calibri"/>
              </a:rPr>
              <a:t>Text  424-362-9312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65658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887858"/>
                </a:solidFill>
                <a:latin typeface="Calibri"/>
              </a:rPr>
              <a:t>Text only  ·  let us know who you are and what you're looking for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060301">
              <a:alpha val="8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5925312"/>
            <a:ext cx="11277295" cy="222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7858"/>
                </a:solidFill>
                <a:latin typeface="Calibri"/>
              </a:rPr>
              <a:t>ICH Fun Fair  ·  Islamic Center of Hawthorne  ·  Friday, October 2, 2026  ·  5:00 – 10:30 PM</a:t>
            </a:r>
          </a:p>
        </p:txBody>
      </p:sp>
    </p:spTree>
  </p:cSld>
  <p:clrMapOvr>
    <a:masterClrMapping/>
  </p:clrMapOvr>
  <p:transition advClick="0" advTm="9000">
    <p:fade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