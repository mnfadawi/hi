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914400"/>
            <a:ext cx="64008" cy="4572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A820"/>
                </a:solidFill>
                <a:latin typeface="Calibri"/>
              </a:rPr>
              <a:t>WELCOME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7132320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D4A820"/>
                </a:solidFill>
                <a:latin typeface="Calibri"/>
              </a:rPr>
              <a:t>SAHARA BITES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574036"/>
            <a:ext cx="713232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3184398"/>
            <a:ext cx="7132320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36727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8F0DC"/>
                </a:solidFill>
                <a:latin typeface="Calibri"/>
              </a:rPr>
              <a:t>Authentic Dubai Chocolate — made to be shared, enjoyed, and remembered.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391406"/>
            <a:ext cx="713232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BBA880"/>
                </a:solidFill>
                <a:latin typeface="Calibri"/>
              </a:rPr>
              <a:t>Come say hello — we’d love to have you.</a:t>
            </a:r>
          </a:p>
        </p:txBody>
      </p:sp>
    </p:spTree>
  </p:cSld>
  <p:clrMapOvr>
    <a:masterClrMapping/>
  </p:clrMapOvr>
  <p:transition advClick="0" advTm="10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64995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FLAVORS &amp;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41832"/>
            <a:ext cx="649955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94460"/>
            <a:ext cx="6499555" cy="36576"/>
          </a:xfrm>
          <a:prstGeom prst="rect">
            <a:avLst/>
          </a:prstGeom>
          <a:solidFill>
            <a:srgbClr val="D4A82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04188"/>
            <a:ext cx="6499555" cy="1444752"/>
          </a:xfrm>
          <a:prstGeom prst="rect">
            <a:avLst/>
          </a:prstGeom>
          <a:solidFill>
            <a:srgbClr val="1828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4188"/>
            <a:ext cx="201168" cy="1444752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77340"/>
            <a:ext cx="6152083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052828"/>
            <a:ext cx="6152083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EAA28"/>
                </a:solidFill>
                <a:latin typeface="Calibri"/>
              </a:rPr>
              <a:t>55g $5  ·  100g $8  ·  120g $10  ·  200g $12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27732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2-for deals:  $9  ·  $15  ·  $18  ·  $20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48940"/>
            <a:ext cx="6499555" cy="1042415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48940"/>
            <a:ext cx="201168" cy="1042415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12948"/>
            <a:ext cx="6152083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50672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4A820"/>
                </a:solidFill>
                <a:latin typeface="Calibri"/>
              </a:rPr>
              <a:t>⭐ Best Seller  ·  Large 200g — $12  ·  Buy 2 for $20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91355"/>
            <a:ext cx="6499555" cy="1042415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91355"/>
            <a:ext cx="201168" cy="1042415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055363"/>
            <a:ext cx="6152083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49139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 — $12  ·  Buy 2 for $20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33770"/>
            <a:ext cx="6499555" cy="1042415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033770"/>
            <a:ext cx="201168" cy="1042415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097778"/>
            <a:ext cx="6152083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59155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 — $12  ·  Buy 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31049"/>
            <a:ext cx="6499555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10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6196203"/>
            <a:ext cx="1109441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1">
                <a:solidFill>
                  <a:srgbClr val="F8F0DC"/>
                </a:solidFill>
                <a:latin typeface="Calibri"/>
              </a:rPr>
              <a:t>Don't leave without one.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56032"/>
            <a:ext cx="64008" cy="6309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256032"/>
            <a:ext cx="5626303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D4A820"/>
                </a:solidFill>
                <a:latin typeface="Calibri"/>
              </a:rPr>
              <a:t>WHY SAHARA BITES?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38962"/>
            <a:ext cx="56263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Six reasons to stop and say hello.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1223010"/>
            <a:ext cx="5626303" cy="36576"/>
          </a:xfrm>
          <a:prstGeom prst="rect">
            <a:avLst/>
          </a:prstGeom>
          <a:solidFill>
            <a:srgbClr val="D4A82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1351026"/>
            <a:ext cx="5626303" cy="74980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" y="1351026"/>
            <a:ext cx="146304" cy="749808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96746"/>
            <a:ext cx="5370271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RICH CHOCOLATE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744218"/>
            <a:ext cx="5370271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7858"/>
                </a:solidFill>
                <a:latin typeface="Calibri"/>
              </a:rPr>
              <a:t>Dubai-style, layered, and full of flavor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2146554"/>
            <a:ext cx="5626303" cy="74980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2146554"/>
            <a:ext cx="146304" cy="74980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192274"/>
            <a:ext cx="5370271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4 FLAVORS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539746"/>
            <a:ext cx="5370271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7858"/>
                </a:solidFill>
                <a:latin typeface="Calibri"/>
              </a:rPr>
              <a:t>Pistachio · Biscoff/Lotus · Dark · Mango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2942082"/>
            <a:ext cx="5626303" cy="74980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" y="2942082"/>
            <a:ext cx="146304" cy="749808"/>
          </a:xfrm>
          <a:prstGeom prst="rect">
            <a:avLst/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2987802"/>
            <a:ext cx="5370271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EVERY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35274"/>
            <a:ext cx="5370271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7858"/>
                </a:solidFill>
                <a:latin typeface="Calibri"/>
              </a:rPr>
              <a:t>55g · 100g · 120g · 200g — a size for every budget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3737610"/>
            <a:ext cx="5626303" cy="74980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" y="3737610"/>
            <a:ext cx="146304" cy="74980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3783330"/>
            <a:ext cx="5370271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TRY BEFORE YOU BUY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130802"/>
            <a:ext cx="5370271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7858"/>
                </a:solidFill>
                <a:latin typeface="Calibri"/>
              </a:rPr>
              <a:t>Ask for a fresh sample at the table — taste it first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" y="4533138"/>
            <a:ext cx="5626303" cy="74980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" y="4533138"/>
            <a:ext cx="146304" cy="74980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4578858"/>
            <a:ext cx="5370271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SHARE OR GIFT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926330"/>
            <a:ext cx="5370271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7858"/>
                </a:solidFill>
                <a:latin typeface="Calibri"/>
              </a:rPr>
              <a:t>Perfect for friends, family, or just yourself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" y="5328666"/>
            <a:ext cx="5626303" cy="74980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" y="5328666"/>
            <a:ext cx="146304" cy="749808"/>
          </a:xfrm>
          <a:prstGeom prst="rect">
            <a:avLst/>
          </a:prstGeom>
          <a:solidFill>
            <a:srgbClr val="BB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374386"/>
            <a:ext cx="5370271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LOCAL BUSINESS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5721858"/>
            <a:ext cx="5370271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7858"/>
                </a:solidFill>
                <a:latin typeface="Calibri"/>
              </a:rPr>
              <a:t>A small business serving the Hawthorne 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6197346"/>
            <a:ext cx="562630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8F0DC"/>
                </a:solidFill>
                <a:latin typeface="Calibri"/>
              </a:rPr>
              <a:t>We're right here. Come on over.</a:t>
            </a:r>
          </a:p>
        </p:txBody>
      </p:sp>
    </p:spTree>
  </p:cSld>
  <p:clrMapOvr>
    <a:masterClrMapping/>
  </p:clrMapOvr>
  <p:transition advClick="0" advTm="10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21208"/>
            <a:ext cx="11643055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40802"/>
                </a:solidFill>
                <a:latin typeface="Georgia"/>
              </a:rPr>
              <a:t>@premiumdubaichocolate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85316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75533"/>
                </a:solidFill>
                <a:latin typeface="Calibri"/>
              </a:rPr>
              <a:t>Text us: 424-362-9312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03654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8246"/>
            <a:ext cx="11277295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5439" y="2642616"/>
            <a:ext cx="3566160" cy="16459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5439" y="2642616"/>
            <a:ext cx="35661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479" y="2724912"/>
            <a:ext cx="640080" cy="640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5439" y="3447288"/>
            <a:ext cx="3566160" cy="36576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167" y="3520440"/>
            <a:ext cx="3364992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167" y="3886200"/>
            <a:ext cx="33649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Mohamad Fadawi · (424) 362-9312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767" y="2642616"/>
            <a:ext cx="3566160" cy="16459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642616"/>
            <a:ext cx="35661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07" y="2724912"/>
            <a:ext cx="640080" cy="6400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312767" y="3447288"/>
            <a:ext cx="3566160" cy="36576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2495" y="3520440"/>
            <a:ext cx="3364992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495" y="3886200"/>
            <a:ext cx="33649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$HamoushiLushi · (424) 362-9312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0095" y="2642616"/>
            <a:ext cx="3566160" cy="16459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0095" y="2642616"/>
            <a:ext cx="35661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3135" y="2724912"/>
            <a:ext cx="640080" cy="64008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80095" y="3447288"/>
            <a:ext cx="3566160" cy="36576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9823" y="3520440"/>
            <a:ext cx="3364992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9823" y="3886200"/>
            <a:ext cx="33649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Tap to pay at the table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5439" y="4443984"/>
            <a:ext cx="3566160" cy="1645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5439" y="4443984"/>
            <a:ext cx="35661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8479" y="4526280"/>
            <a:ext cx="640080" cy="6400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5439" y="5248656"/>
            <a:ext cx="3566160" cy="36576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167" y="5321808"/>
            <a:ext cx="3364992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167" y="5687568"/>
            <a:ext cx="33649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  <a:latin typeface="Calibri"/>
              </a:rPr>
              <a:t>Tap to pay at the table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2767" y="4443984"/>
            <a:ext cx="3566160" cy="16459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2767" y="4443984"/>
            <a:ext cx="35661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5807" y="4526280"/>
            <a:ext cx="640080" cy="64008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312767" y="5248656"/>
            <a:ext cx="3566160" cy="36576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2495" y="5321808"/>
            <a:ext cx="3364992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2495" y="5687568"/>
            <a:ext cx="33649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via Square · Tap to pay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80095" y="4443984"/>
            <a:ext cx="3566160" cy="16459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0095" y="4443984"/>
            <a:ext cx="35661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3135" y="4526280"/>
            <a:ext cx="640080" cy="64008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8080095" y="5248656"/>
            <a:ext cx="3566160" cy="36576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9823" y="5321808"/>
            <a:ext cx="3364992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9823" y="5687568"/>
            <a:ext cx="33649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Hand it to us at the table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40802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309360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10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