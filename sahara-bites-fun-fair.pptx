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159502"/>
            <a:ext cx="713232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Calibri"/>
              </a:rPr>
              <a:t>Right here — come take a look.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1005840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9232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51002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290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442716"/>
            <a:ext cx="6766560" cy="1005840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9816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51586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69874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448556"/>
            <a:ext cx="6766560" cy="1005840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60400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52170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70458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454396"/>
            <a:ext cx="6766560" cy="1005840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60984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2754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71042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515100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authentic  · 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7895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6128766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BBA880"/>
                </a:solidFill>
                <a:latin typeface="Calibri"/>
              </a:rPr>
              <a:t>Come grab one — we're right at this table.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102412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77440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61488"/>
            <a:ext cx="6499555" cy="102412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61488"/>
            <a:ext cx="201168" cy="102412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852928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56432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201168" cy="102412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31920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35424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19472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19472"/>
            <a:ext cx="201168" cy="102412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010912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614416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6196203"/>
            <a:ext cx="11094415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1">
                <a:solidFill>
                  <a:srgbClr val="F8F0DC"/>
                </a:solidFill>
                <a:latin typeface="Calibri"/>
              </a:rPr>
              <a:t>Don't leave without one.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232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to order, re-order, or ask — introduce yourself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