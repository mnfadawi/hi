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834640"/>
            <a:ext cx="6675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6675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4515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38912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38912"/>
            <a:ext cx="66751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50008"/>
            <a:ext cx="649224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146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700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3832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021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290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35844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2976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3434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4988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2120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309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578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413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722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57200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572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1907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77440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50545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80944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04164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6634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402336"/>
            <a:ext cx="64008" cy="585216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402336"/>
            <a:ext cx="3200400" cy="56692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27729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80944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4164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754880"/>
            <a:ext cx="11002975" cy="45720"/>
          </a:xfrm>
          <a:prstGeom prst="rect">
            <a:avLst/>
          </a:prstGeom>
          <a:solidFill>
            <a:srgbClr val="D4A82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901184"/>
            <a:ext cx="1127729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   |   Buy 2 for $20  —  Save $4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0992"/>
            <a:ext cx="11277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887858"/>
                </a:solidFill>
                <a:latin typeface="Calibri"/>
              </a:rPr>
              <a:t>Available in Pistachio  ·  Dark  ·  Mango  ·  and more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64995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64995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21408"/>
            <a:ext cx="6499555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21408"/>
            <a:ext cx="201168" cy="93268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61337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6133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6499555" cy="93268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201168" cy="93268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61337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75888"/>
            <a:ext cx="6133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96512"/>
            <a:ext cx="6499555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96512"/>
            <a:ext cx="201168" cy="93268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7952"/>
            <a:ext cx="61337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6133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84064"/>
            <a:ext cx="6499555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84064"/>
            <a:ext cx="201168" cy="93268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75504"/>
            <a:ext cx="61337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6133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051560"/>
            <a:ext cx="64008" cy="47091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572768"/>
            <a:ext cx="112772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32888"/>
            <a:ext cx="9144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4956048"/>
            <a:ext cx="11277295" cy="36576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650992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948" y="1723644"/>
            <a:ext cx="804672" cy="8046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600200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284" y="1723644"/>
            <a:ext cx="804672" cy="80467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600200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2620" y="1723644"/>
            <a:ext cx="804672" cy="8046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33088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9948" y="4256532"/>
            <a:ext cx="804672" cy="80467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133088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1284" y="4256532"/>
            <a:ext cx="804672" cy="80467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133088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4256532"/>
            <a:ext cx="804672" cy="80467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116430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999232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145536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112772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