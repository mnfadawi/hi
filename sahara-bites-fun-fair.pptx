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0D0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JWkQ-FAxxVxbBXfA-CJCwfnwEYElSzzTJwhB-DPDit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59683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1188720"/>
            <a:ext cx="64008" cy="384048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097280"/>
            <a:ext cx="7132320" cy="1851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0" b="1" i="0">
                <a:solidFill>
                  <a:srgbClr val="D4A820"/>
                </a:solidFill>
                <a:latin typeface="Georgia"/>
              </a:rPr>
              <a:t>DUBAI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058668"/>
            <a:ext cx="713232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8F0DC"/>
                </a:solidFill>
                <a:latin typeface="Georgia"/>
              </a:rPr>
              <a:t>CHOCOLATE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4094226"/>
            <a:ext cx="71323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1">
                <a:solidFill>
                  <a:srgbClr val="D4A820"/>
                </a:solidFill>
                <a:latin typeface="Georgia"/>
              </a:rPr>
              <a:t>SAHARA BITES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4684014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A880"/>
                </a:solidFill>
                <a:latin typeface="Calibri"/>
              </a:rPr>
              <a:t>Authentically Crafted  ·  Made in UAE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A0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8c9T2So7H5eHt3rTUXkVszlPrXixLU_vhf_dCJMaoGw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596835" y="0"/>
            <a:ext cx="22860" cy="68580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365760"/>
            <a:ext cx="64008" cy="59436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6766560" cy="14058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200" b="1" i="0">
                <a:solidFill>
                  <a:srgbClr val="FFFFFF"/>
                </a:solidFill>
                <a:latin typeface="Georgia"/>
              </a:rPr>
              <a:t>PISTACHIO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789938"/>
            <a:ext cx="6766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2345436"/>
            <a:ext cx="6766560" cy="36576"/>
          </a:xfrm>
          <a:prstGeom prst="rect">
            <a:avLst/>
          </a:prstGeom>
          <a:solidFill>
            <a:srgbClr val="6EAA28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" y="2436876"/>
            <a:ext cx="6766560" cy="841248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64892"/>
            <a:ext cx="137160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0DC"/>
                </a:solidFill>
                <a:latin typeface="Calibri"/>
              </a:rPr>
              <a:t>100g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91740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638044"/>
            <a:ext cx="237744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" y="3278124"/>
            <a:ext cx="6766560" cy="841248"/>
          </a:xfrm>
          <a:prstGeom prst="rect">
            <a:avLst/>
          </a:prstGeom>
          <a:solidFill>
            <a:srgbClr val="180E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06140"/>
            <a:ext cx="137160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0DC"/>
                </a:solidFill>
                <a:latin typeface="Calibri"/>
              </a:rPr>
              <a:t>120g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332988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3479292"/>
            <a:ext cx="237744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$18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" y="4119372"/>
            <a:ext cx="6766560" cy="841248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47388"/>
            <a:ext cx="137160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0DC"/>
                </a:solidFill>
                <a:latin typeface="Calibri"/>
              </a:rPr>
              <a:t>200g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174236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320540"/>
            <a:ext cx="237744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5015484"/>
            <a:ext cx="6766560" cy="222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87858"/>
                </a:solidFill>
                <a:latin typeface="Calibri"/>
              </a:rPr>
              <a:t>* 2-for deals: both bars must be same size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0C0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42144-1-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3775" y="457200"/>
            <a:ext cx="5943600" cy="59436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95091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365760"/>
            <a:ext cx="64008" cy="59436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402336"/>
            <a:ext cx="5486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Georgia"/>
              </a:rPr>
              <a:t>PISTACHIO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63677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2157984"/>
            <a:ext cx="5486400" cy="36576"/>
          </a:xfrm>
          <a:prstGeom prst="rect">
            <a:avLst/>
          </a:prstGeom>
          <a:solidFill>
            <a:srgbClr val="6EAA28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249424"/>
            <a:ext cx="5486400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BA880"/>
                </a:solidFill>
                <a:latin typeface="Calibri"/>
              </a:rPr>
              <a:t>The inside of 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540889"/>
            <a:ext cx="5486400" cy="7886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1">
                <a:solidFill>
                  <a:srgbClr val="6EAA28"/>
                </a:solidFill>
                <a:latin typeface="Georgia"/>
              </a:rPr>
              <a:t>pistachio bar.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439287"/>
            <a:ext cx="54864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8F0DC"/>
                </a:solidFill>
                <a:latin typeface="Georgia"/>
              </a:rPr>
              <a:t>Layered with real pistachio cream.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782187"/>
            <a:ext cx="5486400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BA880"/>
                </a:solidFill>
                <a:latin typeface="Calibri"/>
              </a:rPr>
              <a:t>Rich, nutty, and made the right way.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80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75488" y="274320"/>
            <a:ext cx="64008" cy="6126480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94944" y="274320"/>
            <a:ext cx="3291840" cy="530352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29184"/>
            <a:ext cx="310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⭐  BEST SELLER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277295" cy="1851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0" b="1" i="0">
                <a:solidFill>
                  <a:srgbClr val="FFFFFF"/>
                </a:solidFill>
                <a:latin typeface="Calibri"/>
              </a:rPr>
              <a:t>BISCOFF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2875788"/>
            <a:ext cx="11277295" cy="99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C8781A"/>
                </a:solidFill>
                <a:latin typeface="Calibri"/>
              </a:rPr>
              <a:t>/ LOTUS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3979926"/>
            <a:ext cx="11277295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" y="4590288"/>
            <a:ext cx="11277295" cy="45720"/>
          </a:xfrm>
          <a:prstGeom prst="rect">
            <a:avLst/>
          </a:prstGeom>
          <a:solidFill>
            <a:srgbClr val="D4A820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4754880"/>
            <a:ext cx="11277295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D4A820"/>
                </a:solidFill>
                <a:latin typeface="Calibri"/>
              </a:rPr>
              <a:t>Large 200g  ·  $12 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5310378"/>
            <a:ext cx="11277295" cy="394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8F0DC"/>
                </a:solidFill>
                <a:latin typeface="Calibri"/>
              </a:rPr>
              <a:t>Buy 2 for $20  —  Save $4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A0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5550_upright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195" y="0"/>
            <a:ext cx="51435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02533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64995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Georgia"/>
              </a:rPr>
              <a:t>FOUR FLAVORS.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64995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D4A820"/>
                </a:solidFill>
                <a:latin typeface="Georgia"/>
              </a:rPr>
              <a:t>ONE OBSESSION.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82496"/>
            <a:ext cx="6499555" cy="914400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82496"/>
            <a:ext cx="201168" cy="9144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773936"/>
            <a:ext cx="6152083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PISTACHIO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231136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A880"/>
                </a:solidFill>
                <a:latin typeface="Calibri"/>
              </a:rPr>
              <a:t>100g · 120g · 200g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51760"/>
            <a:ext cx="6499555" cy="914400"/>
          </a:xfrm>
          <a:prstGeom prst="rect">
            <a:avLst/>
          </a:prstGeom>
          <a:solidFill>
            <a:srgbClr val="2818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51760"/>
            <a:ext cx="201168" cy="914400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2743200"/>
            <a:ext cx="6152083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BISCOFF / LOTUS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200400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4A820"/>
                </a:solidFill>
                <a:latin typeface="Calibri"/>
              </a:rPr>
              <a:t>⭐ Best Seller  ·  Large 200g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21024"/>
            <a:ext cx="6499555" cy="914400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621024"/>
            <a:ext cx="201168" cy="914400"/>
          </a:xfrm>
          <a:prstGeom prst="rect">
            <a:avLst/>
          </a:prstGeom>
          <a:solidFill>
            <a:srgbClr val="603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712464"/>
            <a:ext cx="6152083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169664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A880"/>
                </a:solidFill>
                <a:latin typeface="Calibri"/>
              </a:rPr>
              <a:t>Large 200g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590288"/>
            <a:ext cx="6499555" cy="914400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590288"/>
            <a:ext cx="201168" cy="914400"/>
          </a:xfrm>
          <a:prstGeom prst="rect">
            <a:avLst/>
          </a:prstGeom>
          <a:solidFill>
            <a:srgbClr val="F0A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4681728"/>
            <a:ext cx="6152083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MANGO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5138928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A880"/>
                </a:solidFill>
                <a:latin typeface="Calibri"/>
              </a:rPr>
              <a:t>Large 200g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80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731520"/>
            <a:ext cx="11277295" cy="5669280"/>
          </a:xfrm>
          <a:prstGeom prst="rect">
            <a:avLst/>
          </a:prstGeom>
          <a:solidFill>
            <a:srgbClr val="D4A82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75488" y="1005840"/>
            <a:ext cx="64008" cy="475488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1005840"/>
            <a:ext cx="11094415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4A820"/>
                </a:solidFill>
                <a:latin typeface="Calibri"/>
              </a:rPr>
              <a:t>TONIGHT'S DEAL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424178"/>
            <a:ext cx="11094415" cy="99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8F0DC"/>
                </a:solidFill>
                <a:latin typeface="Georgia"/>
              </a:rPr>
              <a:t>2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418588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0" b="1" i="0">
                <a:solidFill>
                  <a:srgbClr val="D4A820"/>
                </a:solidFill>
                <a:latin typeface="Georgia"/>
              </a:rPr>
              <a:t>$20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5161788"/>
            <a:ext cx="11094415" cy="45720"/>
          </a:xfrm>
          <a:prstGeom prst="rect">
            <a:avLst/>
          </a:prstGeom>
          <a:solidFill>
            <a:srgbClr val="D4A820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5298948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F8F0DC"/>
                </a:solidFill>
                <a:latin typeface="Georgia"/>
              </a:rPr>
              <a:t>On any Large 200g bar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710428"/>
            <a:ext cx="11094415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87858"/>
                </a:solidFill>
                <a:latin typeface="Calibri"/>
              </a:rPr>
              <a:t>Pistachio  ·  Biscoff / Lotus  ·  Dark  ·  Mango  ·  Regular $12 each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2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77295" cy="99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1" i="0">
                <a:solidFill>
                  <a:srgbClr val="140802"/>
                </a:solidFill>
                <a:latin typeface="Georgia"/>
              </a:rPr>
              <a:t>WE ACCEPT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59002"/>
            <a:ext cx="11277295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775533"/>
                </a:solidFill>
                <a:latin typeface="Calibri"/>
              </a:rPr>
              <a:t>Choose any option  —  fast &amp; easy at the 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560195"/>
            <a:ext cx="9448495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724787"/>
            <a:ext cx="3630168" cy="2331720"/>
          </a:xfrm>
          <a:prstGeom prst="rect">
            <a:avLst/>
          </a:prstGeom>
          <a:solidFill>
            <a:srgbClr val="6D1E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7247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ze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9092" y="1843659"/>
            <a:ext cx="786384" cy="78638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27489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16" y="28586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ZELLE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33158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Mohamad Fadawi
(424) 362-9312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88536" y="1724787"/>
            <a:ext cx="3630168" cy="2331720"/>
          </a:xfrm>
          <a:prstGeom prst="rect">
            <a:avLst/>
          </a:prstGeom>
          <a:solidFill>
            <a:srgbClr val="00D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8536" y="17247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ogo_cash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0428" y="1843659"/>
            <a:ext cx="786384" cy="78638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288536" y="27489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6552" y="28586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CASH 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33158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$HamoushiLushi
(424) 362-9312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724787"/>
            <a:ext cx="3630168" cy="233172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7247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go_applep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1764" y="1843659"/>
            <a:ext cx="786384" cy="786384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119872" y="27489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47888" y="28586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APPLE PAY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33158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Tap to pay
at the table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39387"/>
            <a:ext cx="3630168" cy="233172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2393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logo_googlep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9092" y="4358259"/>
            <a:ext cx="786384" cy="786384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457200" y="52635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" y="53732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22222"/>
                </a:solidFill>
                <a:latin typeface="Calibri"/>
              </a:rPr>
              <a:t>GOOGLE PAY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" y="58304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4444"/>
                </a:solidFill>
                <a:latin typeface="Calibri"/>
              </a:rPr>
              <a:t>Tap to pay
at the table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88536" y="4239387"/>
            <a:ext cx="3630168" cy="2331720"/>
          </a:xfrm>
          <a:prstGeom prst="rect">
            <a:avLst/>
          </a:prstGeom>
          <a:solidFill>
            <a:srgbClr val="2C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88536" y="42393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ogo_squa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0428" y="4358259"/>
            <a:ext cx="786384" cy="786384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288536" y="52635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16552" y="53732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CREDIT / DEBIT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16552" y="58304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via Square
Tap to pay at the table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19872" y="4239387"/>
            <a:ext cx="3630168" cy="2331720"/>
          </a:xfrm>
          <a:prstGeom prst="rect">
            <a:avLst/>
          </a:prstGeom>
          <a:solidFill>
            <a:srgbClr val="1E6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19872" y="42393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logo_cas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1764" y="4358259"/>
            <a:ext cx="786384" cy="786384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119872" y="52635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47888" y="53732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CASH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47888" y="58304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Hand it to us
at the table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822960"/>
            <a:ext cx="10362895" cy="5212080"/>
          </a:xfrm>
          <a:prstGeom prst="rect">
            <a:avLst/>
          </a:prstGeom>
          <a:solidFill>
            <a:srgbClr val="D4A82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7295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820"/>
                </a:solidFill>
                <a:latin typeface="Calibri"/>
              </a:rPr>
              <a:t>FIND US ON INSTAGRAM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424178"/>
            <a:ext cx="11643055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Georgia"/>
              </a:rPr>
              <a:t>@premiumdubaichocolate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2425446"/>
            <a:ext cx="7619695" cy="45720"/>
          </a:xfrm>
          <a:prstGeom prst="rect">
            <a:avLst/>
          </a:prstGeom>
          <a:solidFill>
            <a:srgbClr val="D4A820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590038"/>
            <a:ext cx="11277295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F8F0DC"/>
                </a:solidFill>
                <a:latin typeface="Georgia"/>
              </a:rPr>
              <a:t>New drops  ·  Behind-the-scenes  ·  Community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42666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D4A820"/>
                </a:solidFill>
                <a:latin typeface="Georgia"/>
              </a:rPr>
              <a:t>SAHARA  BITES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38194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BBA880"/>
                </a:solidFill>
                <a:latin typeface="Calibri"/>
              </a:rPr>
              <a:t>Authentic Dubai Chocolate  ·  Made in UAE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060301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925312"/>
            <a:ext cx="11277295" cy="222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7858"/>
                </a:solidFill>
                <a:latin typeface="Calibri"/>
              </a:rPr>
              <a:t>ICH Fun Fair  ·  Islamic Center of Hawthorne  ·  Friday, October 2, 2026  ·  5:00 – 10:30 PM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