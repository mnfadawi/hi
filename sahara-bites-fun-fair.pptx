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2263" y="0"/>
            <a:ext cx="27432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64008" cy="40233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143000"/>
            <a:ext cx="6675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834640"/>
            <a:ext cx="6675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913632"/>
            <a:ext cx="6675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45152"/>
            <a:ext cx="6675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2263" y="0"/>
            <a:ext cx="27432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457200"/>
            <a:ext cx="64008" cy="5715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57200"/>
            <a:ext cx="6675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91640"/>
            <a:ext cx="6675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50008"/>
            <a:ext cx="649224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688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371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51460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670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3832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02152"/>
            <a:ext cx="1371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42900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35844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2976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16552"/>
            <a:ext cx="1371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434340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4988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52120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30952"/>
            <a:ext cx="13716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25780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54132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6181344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87858"/>
                </a:solidFill>
                <a:latin typeface="Calibri"/>
              </a:rPr>
              <a:t>* 2-for deals: both bars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46343" y="0"/>
            <a:ext cx="27432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097280"/>
            <a:ext cx="64008" cy="40233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143000"/>
            <a:ext cx="5669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4A820"/>
                </a:solidFill>
                <a:latin typeface="Calibri"/>
              </a:rPr>
              <a:t>WHAT'S INSIDE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18488"/>
            <a:ext cx="5669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Georgia"/>
              </a:rPr>
              <a:t>Look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52928"/>
            <a:ext cx="5669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1">
                <a:solidFill>
                  <a:srgbClr val="D4A820"/>
                </a:solidFill>
                <a:latin typeface="Georgia"/>
              </a:rPr>
              <a:t>inside.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160520"/>
            <a:ext cx="5669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8F0DC"/>
                </a:solidFill>
                <a:latin typeface="Georgia"/>
              </a:rPr>
              <a:t>Real pistachio cream in every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828032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BA880"/>
                </a:solidFill>
                <a:latin typeface="Calibri"/>
              </a:rPr>
              <a:t>Not a coating. Not an extract. The real thing.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fix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175" y="868680"/>
            <a:ext cx="6827520" cy="5120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36743" y="0"/>
            <a:ext cx="27432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16736"/>
            <a:ext cx="5394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21408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21408"/>
            <a:ext cx="219456" cy="932688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🌿  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8833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5257800" cy="932688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108960"/>
            <a:ext cx="219456" cy="932688"/>
          </a:xfrm>
          <a:prstGeom prst="rect">
            <a:avLst/>
          </a:prstGeom>
          <a:solidFill>
            <a:srgbClr val="D4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00400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🍪  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A820"/>
                </a:solidFill>
                <a:latin typeface="Calibri"/>
              </a:rPr>
              <a:t>⭐ BEST SELLER  ·  Large 200g  ·  $12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96512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096512"/>
            <a:ext cx="219456" cy="932688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2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🍫  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  ·  $12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084064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084064"/>
            <a:ext cx="219456" cy="932688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🥭  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65099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  ·  $12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9144000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1051560"/>
            <a:ext cx="64008" cy="47091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5156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572768"/>
            <a:ext cx="112772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532888"/>
            <a:ext cx="91440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4956048"/>
            <a:ext cx="11277295" cy="36576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650992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1109441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BBA880"/>
                </a:solidFill>
                <a:latin typeface="Calibri"/>
              </a:rPr>
              <a:t>Choose any option below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00784"/>
            <a:ext cx="11094415" cy="36576"/>
          </a:xfrm>
          <a:prstGeom prst="rect">
            <a:avLst/>
          </a:prstGeom>
          <a:solidFill>
            <a:srgbClr val="D4A820">
              <a:alpha val="3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5440680" cy="1719072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440680" cy="1097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93392"/>
            <a:ext cx="5166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70048"/>
            <a:ext cx="5166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Mohamad Fadawi  ·  (424) 362-9312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373368" y="1828800"/>
            <a:ext cx="5440680" cy="1719072"/>
          </a:xfrm>
          <a:prstGeom prst="rect">
            <a:avLst/>
          </a:prstGeom>
          <a:solidFill>
            <a:srgbClr val="00C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73368" y="1828800"/>
            <a:ext cx="5440680" cy="1097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4536" y="1993392"/>
            <a:ext cx="5166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4536" y="2670048"/>
            <a:ext cx="5166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$HamoushiLushi  ·  (424) 362-9312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67328"/>
            <a:ext cx="5440680" cy="1719072"/>
          </a:xfrm>
          <a:prstGeom prst="rect">
            <a:avLst/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767328"/>
            <a:ext cx="5440680" cy="1097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5166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CREDIT / DEBIT 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608576"/>
            <a:ext cx="5166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via Square  ·  We swipe at the table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73368" y="3767328"/>
            <a:ext cx="5440680" cy="1719072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73368" y="3767328"/>
            <a:ext cx="5440680" cy="1097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74536" y="3931920"/>
            <a:ext cx="5166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4536" y="4608576"/>
            <a:ext cx="51663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"/>
              </a:rPr>
              <a:t>Hand it to us at the 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50992"/>
            <a:ext cx="1109441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887858"/>
                </a:solidFill>
                <a:latin typeface="Calibri"/>
              </a:rPr>
              <a:t>For Zelle &amp; Cash App — scan our QR code at the booth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828800"/>
            <a:ext cx="116430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999232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145536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112772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