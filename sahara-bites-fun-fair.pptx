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28255" y="0"/>
            <a:ext cx="1280160" cy="6858000"/>
          </a:xfrm>
          <a:prstGeom prst="rect">
            <a:avLst/>
          </a:prstGeom>
          <a:solidFill>
            <a:srgbClr val="090603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64008" cy="39319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65836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0" b="1" i="0">
                <a:solidFill>
                  <a:srgbClr val="C9A227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EED8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C9A227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977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28255" y="0"/>
            <a:ext cx="1280160" cy="6858000"/>
          </a:xfrm>
          <a:prstGeom prst="rect">
            <a:avLst/>
          </a:prstGeom>
          <a:solidFill>
            <a:srgbClr val="090602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05840"/>
            <a:ext cx="64008" cy="4160520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9E3E"/>
                </a:solidFill>
                <a:latin typeface="Calibri"/>
              </a:rPr>
              <a:t>THE STAR FLAVOR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90472"/>
            <a:ext cx="6583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07792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5EED8"/>
                </a:solidFill>
                <a:latin typeface="Georgia"/>
              </a:rPr>
              <a:t>Dubai Chocolate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227"/>
                </a:solidFill>
                <a:latin typeface="Georgia"/>
              </a:rPr>
              <a:t>From $5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55g  ·  100g  ·  120g  ·  200g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10912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744"/>
                </a:solidFill>
                <a:latin typeface="Calibri"/>
              </a:rPr>
              <a:t>Pure pistachio cream filling. Every single bite.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685800"/>
            <a:ext cx="5486400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30975" y="0"/>
            <a:ext cx="640080" cy="6858000"/>
          </a:xfrm>
          <a:prstGeom prst="rect">
            <a:avLst/>
          </a:prstGeom>
          <a:solidFill>
            <a:srgbClr val="0C08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188720"/>
            <a:ext cx="64008" cy="3840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6217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62072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1">
                <a:solidFill>
                  <a:srgbClr val="C9A227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EED8"/>
                </a:solidFill>
                <a:latin typeface="Georgia"/>
              </a:rPr>
              <a:t>Every bar packed with real pistachio cream.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744"/>
                </a:solidFill>
                <a:latin typeface="Calibri"/>
              </a:rPr>
              <a:t>Not a coating.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5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855" y="1051560"/>
            <a:ext cx="6339840" cy="47548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415" y="0"/>
            <a:ext cx="1280160" cy="6858000"/>
          </a:xfrm>
          <a:prstGeom prst="rect">
            <a:avLst/>
          </a:prstGeom>
          <a:solidFill>
            <a:srgbClr val="080503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C9A227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59"/>
            <a:ext cx="155448" cy="475488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8483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42031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55g · 100g · 120g · 200g  —  The viral favorite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81527"/>
            <a:ext cx="155448" cy="475488"/>
          </a:xfrm>
          <a:prstGeom prst="rect">
            <a:avLst/>
          </a:prstGeom>
          <a:solidFill>
            <a:srgbClr val="C0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971799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289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⭐  Best Seller  ·  Large 200g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5"/>
            <a:ext cx="155448" cy="475488"/>
          </a:xfrm>
          <a:prstGeom prst="rect">
            <a:avLst/>
          </a:prstGeom>
          <a:solidFill>
            <a:srgbClr val="553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58767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31596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Rich &amp; bold  ·  Large 200g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55463"/>
            <a:ext cx="155448" cy="475488"/>
          </a:xfrm>
          <a:prstGeom prst="rect">
            <a:avLst/>
          </a:prstGeom>
          <a:solidFill>
            <a:srgbClr val="E8A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745735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5202935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Tropical twist  ·  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4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8686800" cy="5486400"/>
          </a:xfrm>
          <a:prstGeom prst="rect">
            <a:avLst/>
          </a:prstGeom>
          <a:solidFill>
            <a:srgbClr val="C9A22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64008" cy="4663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5EED8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800" b="1" i="0">
                <a:solidFill>
                  <a:srgbClr val="C9A227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46320"/>
            <a:ext cx="10515600" cy="32004"/>
          </a:xfrm>
          <a:prstGeom prst="rect">
            <a:avLst/>
          </a:prstGeom>
          <a:solidFill>
            <a:srgbClr val="C9A22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5EED8"/>
                </a:solidFill>
                <a:latin typeface="Georgia"/>
              </a:rPr>
              <a:t>On any Large 200g bar  ·  Pistachio  ·  Biscoff / Lotus  ·  Dark  ·  Mango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589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7744"/>
                </a:solidFill>
                <a:latin typeface="Calibri"/>
              </a:rPr>
              <a:t>Regular price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85800"/>
            <a:ext cx="5486400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577840" y="0"/>
            <a:ext cx="914400" cy="6858000"/>
          </a:xfrm>
          <a:prstGeom prst="rect">
            <a:avLst/>
          </a:prstGeom>
          <a:solidFill>
            <a:srgbClr val="0906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0" y="411480"/>
            <a:ext cx="5196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34440"/>
            <a:ext cx="519653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227"/>
                </a:solidFill>
                <a:latin typeface="Georgia"/>
              </a:rPr>
              <a:t>Dubai Chocolate  ·  All Sizes &amp; Prices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19072"/>
            <a:ext cx="5196535" cy="36576"/>
          </a:xfrm>
          <a:prstGeom prst="rect">
            <a:avLst/>
          </a:prstGeom>
          <a:solidFill>
            <a:srgbClr val="C9A22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0" y="1847088"/>
            <a:ext cx="5196535" cy="950976"/>
          </a:xfrm>
          <a:prstGeom prst="rect">
            <a:avLst/>
          </a:prstGeom>
          <a:solidFill>
            <a:srgbClr val="181208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01168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55g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80" y="193852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6654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852928"/>
            <a:ext cx="5196535" cy="950976"/>
          </a:xfrm>
          <a:prstGeom prst="rect">
            <a:avLst/>
          </a:prstGeom>
          <a:solidFill>
            <a:srgbClr val="120C05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301752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100g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294436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07238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858768"/>
            <a:ext cx="5196535" cy="950976"/>
          </a:xfrm>
          <a:prstGeom prst="rect">
            <a:avLst/>
          </a:prstGeom>
          <a:solidFill>
            <a:srgbClr val="181208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2336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120g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395020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07822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864608"/>
            <a:ext cx="5196535" cy="950976"/>
          </a:xfrm>
          <a:prstGeom prst="rect">
            <a:avLst/>
          </a:prstGeom>
          <a:solidFill>
            <a:srgbClr val="120C05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502920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200g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495604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508406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$20  ⭐ Best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925312"/>
            <a:ext cx="5196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7744"/>
                </a:solidFill>
                <a:latin typeface="Calibri"/>
              </a:rPr>
              <a:t>* 2-for deals apply to matching size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4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C9A22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27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116430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834640"/>
            <a:ext cx="7619695" cy="4572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5EED8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9977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3010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16168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7744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