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D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JWkQ-FAxxVxbBXfA-CJCwfnwEYElSzzTJwhB-DPDit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188720"/>
            <a:ext cx="64008" cy="384048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097280"/>
            <a:ext cx="7132320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D4A820"/>
                </a:solidFill>
                <a:latin typeface="Georgia"/>
              </a:rPr>
              <a:t>DUBAI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058668"/>
            <a:ext cx="713232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8F0DC"/>
                </a:solidFill>
                <a:latin typeface="Georgia"/>
              </a:rPr>
              <a:t>CHOCOLATE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094226"/>
            <a:ext cx="71323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D4A820"/>
                </a:solidFill>
                <a:latin typeface="Georgia"/>
              </a:rPr>
              <a:t>SAHARA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684014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Original  ·  Authentic  ·  Premium  ·  Luxury  ·  Made in UAE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8c9T2So7H5eHt3rTUXkVszlPrXixLU_vhf_dCJMaoGw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365760"/>
            <a:ext cx="64008" cy="59436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6766560" cy="1405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789938"/>
            <a:ext cx="6766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345436"/>
            <a:ext cx="6766560" cy="36576"/>
          </a:xfrm>
          <a:prstGeom prst="rect">
            <a:avLst/>
          </a:prstGeom>
          <a:solidFill>
            <a:srgbClr val="6EAA28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" y="2436876"/>
            <a:ext cx="6766560" cy="84124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64892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55g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91740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638044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3278124"/>
            <a:ext cx="6766560" cy="841248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06140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100g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332988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3479292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4119372"/>
            <a:ext cx="6766560" cy="84124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47388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120g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174236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320540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" y="4960620"/>
            <a:ext cx="6766560" cy="841248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088636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200g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015484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5161788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856732"/>
            <a:ext cx="6766560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7858"/>
                </a:solidFill>
                <a:latin typeface="Calibri"/>
              </a:rPr>
              <a:t>* 2-for deals: both bars must be same size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0C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42144-1-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777240"/>
            <a:ext cx="5303520" cy="5303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9099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365760"/>
            <a:ext cx="64008" cy="59436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402336"/>
            <a:ext cx="5486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6367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157984"/>
            <a:ext cx="5486400" cy="36576"/>
          </a:xfrm>
          <a:prstGeom prst="rect">
            <a:avLst/>
          </a:prstGeom>
          <a:solidFill>
            <a:srgbClr val="6EAA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249424"/>
            <a:ext cx="548640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BA880"/>
                </a:solidFill>
                <a:latin typeface="Calibri"/>
              </a:rPr>
              <a:t>The inside of 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40889"/>
            <a:ext cx="5486400" cy="7886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1">
                <a:solidFill>
                  <a:srgbClr val="6EAA28"/>
                </a:solidFill>
                <a:latin typeface="Georgia"/>
              </a:rPr>
              <a:t>pistachio bar.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439287"/>
            <a:ext cx="548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8F0DC"/>
                </a:solidFill>
                <a:latin typeface="Georgia"/>
              </a:rPr>
              <a:t>Layered with real pistachio cream.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782187"/>
            <a:ext cx="5486400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A880"/>
                </a:solidFill>
                <a:latin typeface="Calibri"/>
              </a:rPr>
              <a:t>Rich, authentic  ·  made the right way.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8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5488" y="274320"/>
            <a:ext cx="64008" cy="612648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" y="274320"/>
            <a:ext cx="3291840" cy="530352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9184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⭐  BEST SELLER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277295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FFFFFF"/>
                </a:solidFill>
                <a:latin typeface="Calibri"/>
              </a:rPr>
              <a:t>BISCOFF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875788"/>
            <a:ext cx="1127729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C8781A"/>
                </a:solidFill>
                <a:latin typeface="Calibri"/>
              </a:rPr>
              <a:t>/ LOTUS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3979926"/>
            <a:ext cx="11277295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4590288"/>
            <a:ext cx="112772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4754880"/>
            <a:ext cx="11277295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D4A820"/>
                </a:solidFill>
                <a:latin typeface="Calibri"/>
              </a:rPr>
              <a:t>Large 200g  ·  $12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5310378"/>
            <a:ext cx="11277295" cy="394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8F0DC"/>
                </a:solidFill>
                <a:latin typeface="Calibri"/>
              </a:rPr>
              <a:t>Buy 2 for $20  —  Save $4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550_upright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195" y="0"/>
            <a:ext cx="51435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0253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64995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Georgia"/>
              </a:rPr>
              <a:t>FOUR FLAVORS.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64995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D4A820"/>
                </a:solidFill>
                <a:latin typeface="Georgia"/>
              </a:rPr>
              <a:t>ONE OBSESSION.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82496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82496"/>
            <a:ext cx="201168" cy="9144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73936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31136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55g · 100g · 120g · 200g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51760"/>
            <a:ext cx="6499555" cy="914400"/>
          </a:xfrm>
          <a:prstGeom prst="rect">
            <a:avLst/>
          </a:prstGeom>
          <a:solidFill>
            <a:srgbClr val="2818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51760"/>
            <a:ext cx="201168" cy="91440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743200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BISCOFF / LOTUS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200400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4A820"/>
                </a:solidFill>
                <a:latin typeface="Calibri"/>
              </a:rPr>
              <a:t>⭐ Best Seller  ·  Large 200g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21024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621024"/>
            <a:ext cx="201168" cy="914400"/>
          </a:xfrm>
          <a:prstGeom prst="rect">
            <a:avLst/>
          </a:prstGeom>
          <a:solidFill>
            <a:srgbClr val="60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712464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169664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90288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590288"/>
            <a:ext cx="201168" cy="914400"/>
          </a:xfrm>
          <a:prstGeom prst="rect">
            <a:avLst/>
          </a:prstGeom>
          <a:solidFill>
            <a:srgbClr val="F0A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681728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MANGO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5138928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11277295" cy="56692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" y="1005840"/>
            <a:ext cx="64008" cy="475488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005840"/>
            <a:ext cx="1109441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4A820"/>
                </a:solidFill>
                <a:latin typeface="Calibri"/>
              </a:rPr>
              <a:t>TONIGHT'S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424178"/>
            <a:ext cx="1109441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8F0DC"/>
                </a:solidFill>
                <a:latin typeface="Georgia"/>
              </a:rPr>
              <a:t>2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418588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D4A820"/>
                </a:solidFill>
                <a:latin typeface="Georgia"/>
              </a:rPr>
              <a:t>$20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5161788"/>
            <a:ext cx="11094415" cy="45720"/>
          </a:xfrm>
          <a:prstGeom prst="rect">
            <a:avLst/>
          </a:prstGeom>
          <a:solidFill>
            <a:srgbClr val="D4A82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298948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On any Large 200g bar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0428"/>
            <a:ext cx="11094415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87858"/>
                </a:solidFill>
                <a:latin typeface="Calibri"/>
              </a:rPr>
              <a:t>Pistachio  ·  Biscoff / Lotus  ·  Dark  ·  Mango  ·  Regular $12 each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7729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140802"/>
                </a:solidFill>
                <a:latin typeface="Georgia"/>
              </a:rPr>
              <a:t>WE ACCEPT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59002"/>
            <a:ext cx="11277295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775533"/>
                </a:solidFill>
                <a:latin typeface="Calibri"/>
              </a:rPr>
              <a:t>Choose any option  —  fast &amp; easy at the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560195"/>
            <a:ext cx="9448495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724787"/>
            <a:ext cx="3630168" cy="2331720"/>
          </a:xfrm>
          <a:prstGeom prst="rect">
            <a:avLst/>
          </a:prstGeom>
          <a:solidFill>
            <a:srgbClr val="6D1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ze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9092" y="1843659"/>
            <a:ext cx="786384" cy="7863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ZELLE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Mohamad Fadawi
(424) 362-9312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88536" y="1724787"/>
            <a:ext cx="3630168" cy="2331720"/>
          </a:xfrm>
          <a:prstGeom prst="rect">
            <a:avLst/>
          </a:prstGeom>
          <a:solidFill>
            <a:srgbClr val="00D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8536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cash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0428" y="1843659"/>
            <a:ext cx="786384" cy="78638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288536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CASH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$HamoushiLushi
(424) 362-9312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724787"/>
            <a:ext cx="3630168" cy="233172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go_applep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1764" y="1843659"/>
            <a:ext cx="786384" cy="78638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119872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APPLE PAY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Tap to pay
at the table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39387"/>
            <a:ext cx="3630168" cy="23317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ogo_googlep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092" y="4358259"/>
            <a:ext cx="786384" cy="786384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57200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2222"/>
                </a:solidFill>
                <a:latin typeface="Calibri"/>
              </a:rPr>
              <a:t>GOOGLE PAY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  <a:latin typeface="Calibri"/>
              </a:rPr>
              <a:t>Tap to pay
at the 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88536" y="4239387"/>
            <a:ext cx="3630168" cy="233172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88536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squa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0428" y="4358259"/>
            <a:ext cx="786384" cy="78638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288536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6552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CREDIT / DEBIT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6552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via Square
Tap to pay at the table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19872" y="4239387"/>
            <a:ext cx="3630168" cy="2331720"/>
          </a:xfrm>
          <a:prstGeom prst="rect">
            <a:avLst/>
          </a:prstGeom>
          <a:solidFill>
            <a:srgbClr val="1E6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19872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logo_ca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1764" y="4358259"/>
            <a:ext cx="786384" cy="786384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119872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7888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CASH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Hand it to us
at the table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822960"/>
            <a:ext cx="10362895" cy="52120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820"/>
                </a:solidFill>
                <a:latin typeface="Calibri"/>
              </a:rPr>
              <a:t>FIND US ON INSTAGRAM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424178"/>
            <a:ext cx="11643055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Georgia"/>
              </a:rPr>
              <a:t>@premiumdubaichocolate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2425446"/>
            <a:ext cx="76196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590038"/>
            <a:ext cx="11277295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8F0DC"/>
                </a:solidFill>
                <a:latin typeface="Georgia"/>
              </a:rPr>
              <a:t>New drops  ·  Behind-the-scenes  ·  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42666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D4A820"/>
                </a:solidFill>
                <a:latin typeface="Georgia"/>
              </a:rPr>
              <a:t>SAHARA 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38194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BA880"/>
                </a:solidFill>
                <a:latin typeface="Calibri"/>
              </a:rPr>
              <a:t>Original  ·  Authentic  ·  Premium  ·  Luxury  ·  Made in UAE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13682"/>
            <a:ext cx="11277295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8F0DC"/>
                </a:solidFill>
                <a:latin typeface="Calibri"/>
              </a:rPr>
              <a:t>Text  424-362-9312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656582"/>
            <a:ext cx="11277295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887858"/>
                </a:solidFill>
                <a:latin typeface="Calibri"/>
              </a:rPr>
              <a:t>Text only  ·  let us know who you are and what you're looking for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060301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925312"/>
            <a:ext cx="11277295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7858"/>
                </a:solidFill>
                <a:latin typeface="Calibri"/>
              </a:rPr>
              <a:t>ICH Fun Fair  ·  Islamic Center of Hawthorne  ·  Friday, October 2, 2026  ·  5:00 – 10:30 PM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