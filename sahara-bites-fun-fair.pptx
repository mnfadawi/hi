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D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t.JWkQ-FAxxVxbBXfA-CJCwfnwEYElSzzTJwhB-DPDit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96835" y="0"/>
            <a:ext cx="22860" cy="6858000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005840"/>
            <a:ext cx="64008" cy="4206240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005840"/>
            <a:ext cx="713232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D4A820"/>
                </a:solidFill>
                <a:latin typeface="Calibri"/>
              </a:rPr>
              <a:t>WELCOME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24178"/>
            <a:ext cx="713232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D4A820"/>
                </a:solidFill>
                <a:latin typeface="Calibri"/>
              </a:rPr>
              <a:t>SAHARA BITES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76956"/>
            <a:ext cx="7132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0DC"/>
                </a:solidFill>
                <a:latin typeface="Georgia"/>
              </a:rPr>
              <a:t>DUBAI CHOCOLATE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803904"/>
            <a:ext cx="7132320" cy="45720"/>
          </a:xfrm>
          <a:prstGeom prst="rect">
            <a:avLst/>
          </a:prstGeom>
          <a:solidFill>
            <a:srgbClr val="D4A82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968496"/>
            <a:ext cx="71323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A880"/>
                </a:solidFill>
                <a:latin typeface="Calibri"/>
              </a:rPr>
              <a:t>Authentic  ·  Premium  ·  4 Flavors  ·  Multiple Sizes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461129"/>
            <a:ext cx="71323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F8F0DC"/>
                </a:solidFill>
                <a:latin typeface="Calibri"/>
              </a:rPr>
              <a:t>You're at the right table — come say hello.</a:t>
            </a:r>
          </a:p>
        </p:txBody>
      </p:sp>
    </p:spTree>
  </p:cSld>
  <p:clrMapOvr>
    <a:masterClrMapping/>
  </p:clrMapOvr>
  <p:transition advClick="0" advTm="10000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A0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5550_uprigh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195" y="0"/>
            <a:ext cx="51435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025335" y="0"/>
            <a:ext cx="22860" cy="6858000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64995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FLAVORS &amp;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41832"/>
            <a:ext cx="6499555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8F0DC"/>
                </a:solidFill>
                <a:latin typeface="Georgia"/>
              </a:rPr>
              <a:t>Dubai Chocolate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94460"/>
            <a:ext cx="6499555" cy="36576"/>
          </a:xfrm>
          <a:prstGeom prst="rect">
            <a:avLst/>
          </a:prstGeom>
          <a:solidFill>
            <a:srgbClr val="D4A82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4188"/>
            <a:ext cx="6499555" cy="1444752"/>
          </a:xfrm>
          <a:prstGeom prst="rect">
            <a:avLst/>
          </a:prstGeom>
          <a:solidFill>
            <a:srgbClr val="18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4188"/>
            <a:ext cx="201168" cy="1444752"/>
          </a:xfrm>
          <a:prstGeom prst="rect">
            <a:avLst/>
          </a:prstGeom>
          <a:solidFill>
            <a:srgbClr val="6EA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77340"/>
            <a:ext cx="6152083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PISTACHIO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052828"/>
            <a:ext cx="6152083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AA28"/>
                </a:solidFill>
                <a:latin typeface="Calibri"/>
              </a:rPr>
              <a:t>55g $5  ·  100g $8  ·  120g $10  ·  200g $12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27732"/>
            <a:ext cx="6152083" cy="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7858"/>
                </a:solidFill>
                <a:latin typeface="Calibri"/>
              </a:rPr>
              <a:t>2-for deals:  $9  ·  $15  ·  $18  ·  $20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48940"/>
            <a:ext cx="6499555" cy="1042415"/>
          </a:xfrm>
          <a:prstGeom prst="rect">
            <a:avLst/>
          </a:prstGeom>
          <a:solidFill>
            <a:srgbClr val="22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48940"/>
            <a:ext cx="201168" cy="1042415"/>
          </a:xfrm>
          <a:prstGeom prst="rect">
            <a:avLst/>
          </a:prstGeom>
          <a:solidFill>
            <a:srgbClr val="C87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012948"/>
            <a:ext cx="6152083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BISCOFF / LOTUS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06724"/>
            <a:ext cx="6152083" cy="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A820"/>
                </a:solidFill>
                <a:latin typeface="Calibri"/>
              </a:rPr>
              <a:t>⭐ Best Seller  ·  Large 200g — $12  ·  Buy 2 for $20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91355"/>
            <a:ext cx="6499555" cy="1042415"/>
          </a:xfrm>
          <a:prstGeom prst="rect">
            <a:avLst/>
          </a:prstGeom>
          <a:solidFill>
            <a:srgbClr val="1C1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91355"/>
            <a:ext cx="201168" cy="1042415"/>
          </a:xfrm>
          <a:prstGeom prst="rect">
            <a:avLst/>
          </a:prstGeom>
          <a:solidFill>
            <a:srgbClr val="603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055363"/>
            <a:ext cx="6152083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549139"/>
            <a:ext cx="6152083" cy="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A880"/>
                </a:solidFill>
                <a:latin typeface="Calibri"/>
              </a:rPr>
              <a:t>Large 200g — $12  ·  Buy 2 for $20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33770"/>
            <a:ext cx="6499555" cy="1042415"/>
          </a:xfrm>
          <a:prstGeom prst="rect">
            <a:avLst/>
          </a:prstGeom>
          <a:solidFill>
            <a:srgbClr val="22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033770"/>
            <a:ext cx="201168" cy="1042415"/>
          </a:xfrm>
          <a:prstGeom prst="rect">
            <a:avLst/>
          </a:prstGeom>
          <a:solidFill>
            <a:srgbClr val="F0A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097778"/>
            <a:ext cx="6152083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591554"/>
            <a:ext cx="6152083" cy="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A880"/>
                </a:solidFill>
                <a:latin typeface="Calibri"/>
              </a:rPr>
              <a:t>Large 200g — $12  ·  Buy 2 for $20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31049"/>
            <a:ext cx="6499555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7858"/>
                </a:solidFill>
                <a:latin typeface="Calibri"/>
              </a:rPr>
              <a:t>* 2-for deals: both bars must be same size</a:t>
            </a:r>
          </a:p>
        </p:txBody>
      </p:sp>
    </p:spTree>
  </p:cSld>
  <p:clrMapOvr>
    <a:masterClrMapping/>
  </p:clrMapOvr>
  <p:transition advClick="0" advTm="10000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80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5669280"/>
          </a:xfrm>
          <a:prstGeom prst="rect">
            <a:avLst/>
          </a:prstGeom>
          <a:solidFill>
            <a:srgbClr val="D4A82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1005840"/>
            <a:ext cx="64008" cy="4754880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005840"/>
            <a:ext cx="1109441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820"/>
                </a:solidFill>
                <a:latin typeface="Calibri"/>
              </a:rPr>
              <a:t>TONIGHT'S 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24178"/>
            <a:ext cx="11094415" cy="99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8F0DC"/>
                </a:solidFill>
                <a:latin typeface="Georgia"/>
              </a:rPr>
              <a:t>2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18588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D4A820"/>
                </a:solidFill>
                <a:latin typeface="Georgia"/>
              </a:rPr>
              <a:t>$20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5161788"/>
            <a:ext cx="11094415" cy="45720"/>
          </a:xfrm>
          <a:prstGeom prst="rect">
            <a:avLst/>
          </a:prstGeom>
          <a:solidFill>
            <a:srgbClr val="D4A82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298948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8F0DC"/>
                </a:solidFill>
                <a:latin typeface="Georgia"/>
              </a:rPr>
              <a:t>On any Large 200g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710428"/>
            <a:ext cx="11094415" cy="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7858"/>
                </a:solidFill>
                <a:latin typeface="Calibri"/>
              </a:rPr>
              <a:t>Pistachio  ·  Biscoff / Lotus  ·  Dark  ·  Mango  ·  Regular $12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6196203"/>
            <a:ext cx="11094415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1">
                <a:solidFill>
                  <a:srgbClr val="F8F0DC"/>
                </a:solidFill>
                <a:latin typeface="Calibri"/>
              </a:rPr>
              <a:t>Don't leave without one.</a:t>
            </a:r>
          </a:p>
        </p:txBody>
      </p:sp>
    </p:spTree>
  </p:cSld>
  <p:clrMapOvr>
    <a:masterClrMapping/>
  </p:clrMapOvr>
  <p:transition advClick="0" advTm="9000">
    <p:fade thruBlk="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D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D42144-1-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777240"/>
            <a:ext cx="530352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90995" y="0"/>
            <a:ext cx="22860" cy="6858000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320040"/>
            <a:ext cx="64008" cy="6126480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20040"/>
            <a:ext cx="5626303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A820"/>
                </a:solidFill>
                <a:latin typeface="Calibri"/>
              </a:rPr>
              <a:t>WHY SAHARA BITES?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71550"/>
            <a:ext cx="5626303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8F0DC"/>
                </a:solidFill>
                <a:latin typeface="Georgia"/>
              </a:rPr>
              <a:t>Dubai Chocolate — the real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424178"/>
            <a:ext cx="5626303" cy="36576"/>
          </a:xfrm>
          <a:prstGeom prst="rect">
            <a:avLst/>
          </a:prstGeom>
          <a:solidFill>
            <a:srgbClr val="D4A82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552194"/>
            <a:ext cx="5626303" cy="877824"/>
          </a:xfrm>
          <a:prstGeom prst="rect">
            <a:avLst/>
          </a:prstGeom>
          <a:solidFill>
            <a:srgbClr val="22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52194"/>
            <a:ext cx="164592" cy="877824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607058"/>
            <a:ext cx="535198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820"/>
                </a:solidFill>
                <a:latin typeface="Calibri"/>
              </a:rPr>
              <a:t>THE REAL 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1972818"/>
            <a:ext cx="5351983" cy="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A880"/>
                </a:solidFill>
                <a:latin typeface="Calibri"/>
              </a:rPr>
              <a:t>Authentic Dubai Chocolate — no shortcuts, no imitations.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2484882"/>
            <a:ext cx="5626303" cy="877824"/>
          </a:xfrm>
          <a:prstGeom prst="rect">
            <a:avLst/>
          </a:prstGeom>
          <a:solidFill>
            <a:srgbClr val="22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2484882"/>
            <a:ext cx="164592" cy="877824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539746"/>
            <a:ext cx="535198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820"/>
                </a:solidFill>
                <a:latin typeface="Calibri"/>
              </a:rPr>
              <a:t>4 FLAVORS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2905506"/>
            <a:ext cx="5351983" cy="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A880"/>
                </a:solidFill>
                <a:latin typeface="Calibri"/>
              </a:rPr>
              <a:t>Pistachio · Biscoff / Lotus · Dark · Mango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3417570"/>
            <a:ext cx="5626303" cy="877824"/>
          </a:xfrm>
          <a:prstGeom prst="rect">
            <a:avLst/>
          </a:prstGeom>
          <a:solidFill>
            <a:srgbClr val="22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3417570"/>
            <a:ext cx="164592" cy="877824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472434"/>
            <a:ext cx="535198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820"/>
                </a:solidFill>
                <a:latin typeface="Calibri"/>
              </a:rPr>
              <a:t>EVERY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3838194"/>
            <a:ext cx="5351983" cy="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A880"/>
                </a:solidFill>
                <a:latin typeface="Calibri"/>
              </a:rPr>
              <a:t>From 55g minis to 200g large — pick what fits you.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4350258"/>
            <a:ext cx="5626303" cy="877824"/>
          </a:xfrm>
          <a:prstGeom prst="rect">
            <a:avLst/>
          </a:prstGeom>
          <a:solidFill>
            <a:srgbClr val="22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4350258"/>
            <a:ext cx="164592" cy="877824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4405122"/>
            <a:ext cx="535198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820"/>
                </a:solidFill>
                <a:latin typeface="Calibri"/>
              </a:rPr>
              <a:t>ONLY TONIGHT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4770882"/>
            <a:ext cx="5351983" cy="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A880"/>
                </a:solidFill>
                <a:latin typeface="Calibri"/>
              </a:rPr>
              <a:t>Right here at this table — limited supply.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374386"/>
            <a:ext cx="562630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8F0DC"/>
                </a:solidFill>
                <a:latin typeface="Calibri"/>
              </a:rPr>
              <a:t>Come taste the difference. You won't regret it.</a:t>
            </a:r>
          </a:p>
        </p:txBody>
      </p:sp>
    </p:spTree>
  </p:cSld>
  <p:clrMapOvr>
    <a:masterClrMapping/>
  </p:clrMapOvr>
  <p:transition advClick="0" advTm="10000">
    <p:fade thruBlk="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820"/>
                </a:solidFill>
                <a:latin typeface="Calibri"/>
              </a:rPr>
              <a:t>FIND US ON INSTAGRAM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21208"/>
            <a:ext cx="11643055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40802"/>
                </a:solidFill>
                <a:latin typeface="Georgia"/>
              </a:rPr>
              <a:t>@premiumdubaichocolate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5316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75533"/>
                </a:solidFill>
                <a:latin typeface="Calibri"/>
              </a:rPr>
              <a:t>Text us: 424-362-9312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03654"/>
            <a:ext cx="9448495" cy="45720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8246"/>
            <a:ext cx="11277295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40802"/>
                </a:solidFill>
                <a:latin typeface="Georgia"/>
              </a:rPr>
              <a:t>WE ACCEPT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439" y="2642616"/>
            <a:ext cx="3566160" cy="1645920"/>
          </a:xfrm>
          <a:prstGeom prst="rect">
            <a:avLst/>
          </a:prstGeom>
          <a:solidFill>
            <a:srgbClr val="6D1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439" y="2642616"/>
            <a:ext cx="35661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ze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479" y="2724912"/>
            <a:ext cx="640080" cy="640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5439" y="3447288"/>
            <a:ext cx="3566160" cy="36576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167" y="3520440"/>
            <a:ext cx="3364992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ZELLE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3886200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Mohamad Fadawi · (424) 362-9312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2767" y="2642616"/>
            <a:ext cx="3566160" cy="1645920"/>
          </a:xfrm>
          <a:prstGeom prst="rect">
            <a:avLst/>
          </a:prstGeom>
          <a:solidFill>
            <a:srgbClr val="00D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2767" y="2642616"/>
            <a:ext cx="35661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cash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7" y="2724912"/>
            <a:ext cx="640080" cy="6400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312767" y="3447288"/>
            <a:ext cx="3566160" cy="36576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2495" y="3520440"/>
            <a:ext cx="3364992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CASH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495" y="3886200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$HamoushiLushi · (424) 362-9312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0095" y="2642616"/>
            <a:ext cx="3566160" cy="16459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0095" y="2642616"/>
            <a:ext cx="35661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_applep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135" y="2724912"/>
            <a:ext cx="640080" cy="64008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80095" y="3447288"/>
            <a:ext cx="3566160" cy="36576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9823" y="3520440"/>
            <a:ext cx="3364992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APPLE 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9823" y="3886200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Tap to pay at the 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5439" y="4443984"/>
            <a:ext cx="3566160" cy="1645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5439" y="4443984"/>
            <a:ext cx="35661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_googlep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8479" y="4526280"/>
            <a:ext cx="640080" cy="6400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45439" y="5248656"/>
            <a:ext cx="3566160" cy="36576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167" y="5321808"/>
            <a:ext cx="3364992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GOOGLE PAY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167" y="5687568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Tap to pay at the table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2767" y="4443984"/>
            <a:ext cx="3566160" cy="16459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2767" y="4443984"/>
            <a:ext cx="35661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go_squ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807" y="4526280"/>
            <a:ext cx="6400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312767" y="5248656"/>
            <a:ext cx="3566160" cy="36576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2495" y="5321808"/>
            <a:ext cx="3364992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CREDIT / DEBIT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2495" y="5687568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via Square · Tap to pay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0095" y="4443984"/>
            <a:ext cx="3566160" cy="1645920"/>
          </a:xfrm>
          <a:prstGeom prst="rect">
            <a:avLst/>
          </a:prstGeom>
          <a:solidFill>
            <a:srgbClr val="1E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80095" y="4443984"/>
            <a:ext cx="35661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logo_c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3135" y="4526280"/>
            <a:ext cx="640080" cy="64008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80095" y="5248656"/>
            <a:ext cx="3566160" cy="36576"/>
          </a:xfrm>
          <a:prstGeom prst="rect">
            <a:avLst/>
          </a:prstGeom>
          <a:solidFill>
            <a:srgbClr val="D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9823" y="5321808"/>
            <a:ext cx="3364992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CASH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9823" y="5687568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Hand it to us at the table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140802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309360"/>
            <a:ext cx="11277295" cy="222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7858"/>
                </a:solidFill>
                <a:latin typeface="Calibri"/>
              </a:rPr>
              <a:t>ICH Fun Fair  ·  Islamic Center of Hawthorne  ·  Friday, October 2, 2026  ·  5:00 – 10:30 PM</a:t>
            </a:r>
          </a:p>
        </p:txBody>
      </p:sp>
    </p:spTree>
  </p:cSld>
  <p:clrMapOvr>
    <a:masterClrMapping/>
  </p:clrMapOvr>
  <p:transition advClick="0" advTm="10000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